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3e72abba394563" /><Relationship Type="http://schemas.openxmlformats.org/officeDocument/2006/relationships/extended-properties" Target="/docProps/app.xml" Id="Re125635d805e46e2" /><Relationship Type="http://schemas.openxmlformats.org/officeDocument/2006/relationships/officeDocument" Target="/ppt/presentation.xml" Id="R6629c435644c4b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032784e39942f3"/>
  </p:sldMasterIdLst>
  <p:notesMasterIdLst>
    <p:notesMasterId xmlns:r="http://schemas.openxmlformats.org/officeDocument/2006/relationships" r:id="R90e2966dd75c498e"/>
  </p:notesMasterIdLst>
  <p:sldIdLst>
    <p:sldId xmlns:r="http://schemas.openxmlformats.org/officeDocument/2006/relationships" id="256" r:id="R469ec495bf004295"/>
    <p:sldId xmlns:r="http://schemas.openxmlformats.org/officeDocument/2006/relationships" id="257" r:id="R65c2916f502943dd"/>
    <p:sldId xmlns:r="http://schemas.openxmlformats.org/officeDocument/2006/relationships" id="258" r:id="Rae18618acb274e96"/>
    <p:sldId xmlns:r="http://schemas.openxmlformats.org/officeDocument/2006/relationships" id="259" r:id="R45665f6a649b43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b85948bcd44fe1" /><Relationship Type="http://schemas.openxmlformats.org/officeDocument/2006/relationships/slideMaster" Target="/ppt/slideMasters/slideMaster1.xml" Id="R82032784e39942f3" /><Relationship Type="http://schemas.openxmlformats.org/officeDocument/2006/relationships/notesMaster" Target="/ppt/notesMasters/notesMaster1.xml" Id="R90e2966dd75c498e" /><Relationship Type="http://schemas.openxmlformats.org/officeDocument/2006/relationships/presProps" Target="/ppt/presProps.xml" Id="R835cf5b9d25c4d83" /><Relationship Type="http://schemas.openxmlformats.org/officeDocument/2006/relationships/tableStyles" Target="/ppt/tableStyles.xml" Id="Re28c7ee7050f4663" /><Relationship Type="http://schemas.openxmlformats.org/officeDocument/2006/relationships/slide" Target="/ppt/slides/slide1.xml" Id="R469ec495bf004295" /><Relationship Type="http://schemas.openxmlformats.org/officeDocument/2006/relationships/slide" Target="/ppt/slides/slide2.xml" Id="R65c2916f502943dd" /><Relationship Type="http://schemas.openxmlformats.org/officeDocument/2006/relationships/slide" Target="/ppt/slides/slide3.xml" Id="Rae18618acb274e96" /><Relationship Type="http://schemas.openxmlformats.org/officeDocument/2006/relationships/slide" Target="/ppt/slides/slide4.xml" Id="R45665f6a649b43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f23f94de4745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9af9fae79e4f43" /><Relationship Type="http://schemas.openxmlformats.org/officeDocument/2006/relationships/notesMaster" Target="/ppt/notesMasters/notesMaster1.xml" Id="R24d92a395e084a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8ed7751c274da7" /><Relationship Type="http://schemas.openxmlformats.org/officeDocument/2006/relationships/notesMaster" Target="/ppt/notesMasters/notesMaster1.xml" Id="R198b31b72ad742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3de9473475444f" /><Relationship Type="http://schemas.openxmlformats.org/officeDocument/2006/relationships/notesMaster" Target="/ppt/notesMasters/notesMaster1.xml" Id="R44c331e53f9e43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3e80365d154a1d" /><Relationship Type="http://schemas.openxmlformats.org/officeDocument/2006/relationships/notesMaster" Target="/ppt/notesMasters/notesMaster1.xml" Id="R21e7f90b877f49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4f183bff742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8a7582b0448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0226a72cc48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0ed3b22f24f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42a18f032040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78dba3287b40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218DC5-A28D-46B3-8273-6A7ED31E3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0C892A-279A-41E2-B075-8FD623D466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92552CE-DD02-47CA-B150-376521538D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6E9023-4F93-489D-BCAF-106B825CAB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1D7771-6D82-4F0A-A932-F900887748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B8B28C-3E50-4F62-BBE8-DCDE9EFDD5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50B0C8-4243-4758-8489-E34526C38F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69D1664-FD56-45E8-800B-FC64761778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50667E-1596-454D-AC89-848D04ABCF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B18784-2139-4F52-9045-145F3DE6C1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8d241623d74d44" /><Relationship Type="http://schemas.openxmlformats.org/officeDocument/2006/relationships/slideLayout" Target="/ppt/slideLayouts/slideLayout1.xml" Id="Re028c6eff4c54301" /><Relationship Type="http://schemas.openxmlformats.org/officeDocument/2006/relationships/slideLayout" Target="/ppt/slideLayouts/slideLayout2.xml" Id="R765e44cda66f42d9" /><Relationship Type="http://schemas.openxmlformats.org/officeDocument/2006/relationships/slideLayout" Target="/ppt/slideLayouts/slideLayout3.xml" Id="R903849f5f59c4a5c" /><Relationship Type="http://schemas.openxmlformats.org/officeDocument/2006/relationships/slideLayout" Target="/ppt/slideLayouts/slideLayout4.xml" Id="R4cdc0caa8ffb44c4" /><Relationship Type="http://schemas.openxmlformats.org/officeDocument/2006/relationships/slideLayout" Target="/ppt/slideLayouts/slideLayout5.xml" Id="R8475dccaa9274e26" /><Relationship Type="http://schemas.openxmlformats.org/officeDocument/2006/relationships/slideLayout" Target="/ppt/slideLayouts/slideLayout6.xml" Id="R3da75bbc382b4e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28c6eff4c54301"/>
    <p:sldLayoutId xmlns:r="http://schemas.openxmlformats.org/officeDocument/2006/relationships" id="2147483650" r:id="R765e44cda66f42d9"/>
    <p:sldLayoutId xmlns:r="http://schemas.openxmlformats.org/officeDocument/2006/relationships" id="2147483651" r:id="R903849f5f59c4a5c"/>
    <p:sldLayoutId xmlns:r="http://schemas.openxmlformats.org/officeDocument/2006/relationships" id="2147483652" r:id="R4cdc0caa8ffb44c4"/>
    <p:sldLayoutId xmlns:r="http://schemas.openxmlformats.org/officeDocument/2006/relationships" id="2147483653" r:id="R8475dccaa9274e26"/>
    <p:sldLayoutId xmlns:r="http://schemas.openxmlformats.org/officeDocument/2006/relationships" id="2147483654" r:id="R3da75bbc382b4e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db13e0fb14bcc" /><Relationship Type="http://schemas.openxmlformats.org/officeDocument/2006/relationships/image" Target="/ppt/media/image.png" Id="R0c98353423a54c26" /><Relationship Type="http://schemas.openxmlformats.org/officeDocument/2006/relationships/image" Target="/ppt/media/image.svg" Id="Rf1a87d09abea4473" /><Relationship Type="http://schemas.openxmlformats.org/officeDocument/2006/relationships/image" Target="/ppt/media/image2.png" Id="Rb3fd6eda194a41fd" /><Relationship Type="http://schemas.openxmlformats.org/officeDocument/2006/relationships/image" Target="/ppt/media/image2.svg" Id="R7b26c78e38194e76" /><Relationship Type="http://schemas.openxmlformats.org/officeDocument/2006/relationships/notesSlide" Target="/ppt/notesSlides/notesSlide1.xml" Id="Rc670dd3a94804c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03fa497ca64197" /><Relationship Type="http://schemas.openxmlformats.org/officeDocument/2006/relationships/notesSlide" Target="/ppt/notesSlides/notesSlide2.xml" Id="Rc18b64920ca14c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6ed936bfb240c4" /><Relationship Type="http://schemas.openxmlformats.org/officeDocument/2006/relationships/image" Target="/ppt/media/image3.png" Id="Re40b9083242041b6" /><Relationship Type="http://schemas.openxmlformats.org/officeDocument/2006/relationships/image" Target="/ppt/media/image3.svg" Id="R4663c0c2ce304ba6" /><Relationship Type="http://schemas.openxmlformats.org/officeDocument/2006/relationships/notesSlide" Target="/ppt/notesSlides/notesSlide3.xml" Id="R80cf72f0c48343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07028615b24ed6" /><Relationship Type="http://schemas.openxmlformats.org/officeDocument/2006/relationships/notesSlide" Target="/ppt/notesSlides/notesSlide4.xml" Id="Rdada461caf9547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EC64F-2DAA-4507-AEFF-3F487EC720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8353423a54c26">
            <a:extLst>
              <a:ext uri="{96DAC541-7B7A-43D3-8B79-37D633B846F1}">
                <asvg:svgBlip xmlns:asvg="http://schemas.microsoft.com/office/drawing/2016/SVG/main" r:embed="Rf1a87d09abea44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609600"/>
            <a:ext cx="3048000" cy="698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5315B-49F7-4D9B-AFB2-9F810BEFAF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d6eda194a41fd">
            <a:extLst>
              <a:ext uri="{96DAC541-7B7A-43D3-8B79-37D633B846F1}">
                <asvg:svgBlip xmlns:asvg="http://schemas.microsoft.com/office/drawing/2016/SVG/main" r:embed="R7b26c78e38194e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72350" y="609600"/>
            <a:ext cx="3048000" cy="698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8442A-52ED-4C6C-8458-ABFBB50A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Dwie powiązane marki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368E6-A630-40FC-A0A2-AF1402F2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D8E5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D8E5F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D8E5F7"/>
                </a:solidFill>
                <a:latin typeface="DejaVu Sans"/>
                <a:ea typeface="DejaVu Sans"/>
                <a:cs typeface="DejaVu Sans"/>
              </a:rPr>
              <a:t>NORDA tworzy technologię. PLICO porządkuje dokumenty.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FE876-22DE-467E-80E7-D55D8DEF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D8E5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8E5F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8E5F7"/>
                </a:solidFill>
                <a:latin typeface="DejaVu Sans"/>
                <a:ea typeface="DejaVu Sans"/>
                <a:cs typeface="DejaVu Sans"/>
              </a:rPr>
              <a:t>Wspólna typografia i geometria. Odrębne kolory produktu.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0FBB6-6CCA-4D27-B548-36A3B07D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AFC1D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FC1D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FC1D9"/>
                </a:solidFill>
                <a:latin typeface="DejaVu Sans"/>
                <a:ea typeface="DejaVu Sans"/>
                <a:cs typeface="DejaVu Sans"/>
              </a:rPr>
              <a:t>Koncepcja autorska dla dwóch marek fikcyjnych</a:t>
            </a:r>
          </a:p>
        </p:txBody>
      </p:sp>
    </p:spTree>
    <p:extLst>
      <p:ext uri="{BB962C8B-B14F-4D97-AF65-F5344CB8AC3E}">
        <p14:creationId xmlns:p14="http://schemas.microsoft.com/office/powerpoint/2010/main" val="11157924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85D9C-FF32-44AA-99C7-DE9087ED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5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Wspólne zasady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AAA87-F97B-4D6F-9D14-ED882069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97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Typografia DejaVu Sans. Logotypy zachowują tę samą grubość linii i odstępy.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AE42E-AA0B-4475-9B8C-640CA411823F}"/>
              </a:ext>
            </a:extLst>
          </p:cNvPr>
          <p:cNvGraphicFramePr/>
          <p:nvPr/>
        </p:nvGraphicFramePr>
        <p:xfrm>
          <a:off xmlns:a="http://schemas.openxmlformats.org/drawingml/2006/main" x="723900" y="2809875"/>
          <a:ext xmlns:a="http://schemas.openxmlformats.org/drawingml/2006/main" cx="105727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524250"/>
                <a:gridCol w="3524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Element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Kolor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Zastosowanie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Podstawowy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#11243A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Tekst i tło prezentacji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NORDA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#3269E8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Akcent producenta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PLICO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#0C8B7D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Akcent produktu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Jasny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#F6F8FC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Dokumenty i materiały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3EA24-2F17-41B4-B709-AB9EA74B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158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1587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15875"/>
                </a:solidFill>
                <a:latin typeface="DejaVu Sans"/>
                <a:ea typeface="DejaVu Sans"/>
                <a:cs typeface="DejaVu Sans"/>
              </a:rPr>
              <a:t>Sygnet działa samodzielnie. Logo na jasnym, ciemnym i transparentnym tle ma osobny plik SVG.</a:t>
            </a:r>
          </a:p>
        </p:txBody>
      </p:sp>
    </p:spTree>
    <p:extLst>
      <p:ext uri="{BB962C8B-B14F-4D97-AF65-F5344CB8AC3E}">
        <p14:creationId xmlns:p14="http://schemas.microsoft.com/office/powerpoint/2010/main" val="819459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EA72F-339B-4BA5-88A8-6DE0E215C0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b9083242041b6">
            <a:extLst>
              <a:ext uri="{96DAC541-7B7A-43D3-8B79-37D633B846F1}">
                <asvg:svgBlip xmlns:asvg="http://schemas.microsoft.com/office/drawing/2016/SVG/main" r:embed="R4663c0c2ce304b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0" y="590550"/>
            <a:ext cx="3048000" cy="698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373A3-F8B5-41CA-A353-9B29F054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7225"/>
            <a:ext cx="714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5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Oferta produktowa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2D4EE-28EB-4FA1-8C11-C54AE7FF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0C8B7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C8B7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C8B7D"/>
                </a:solidFill>
                <a:latin typeface="DejaVu Sans"/>
                <a:ea typeface="DejaVu Sans"/>
                <a:cs typeface="DejaVu Sans"/>
              </a:rPr>
              <a:t>Plico porządkuje dokumenty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C2C64-C328-42C1-B6F7-D34EF02F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Biblioteka plików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EFB89-83DA-402C-9773-9441E574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714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Zespół korzysta ze wspólnego układu nazw i kategorii.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8B200-4F8B-4874-8A80-EA9E358D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200400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Historia decyzji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ECB0B-60F2-49B2-93C5-B4DE31DD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886200"/>
            <a:ext cx="4714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Każdy materiał ma czytelny status i osobę odpowiedzialną.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206A7-F07D-4139-A468-1823E9A7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158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1587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15875"/>
                </a:solidFill>
                <a:latin typeface="DejaVu Sans"/>
                <a:ea typeface="DejaVu Sans"/>
                <a:cs typeface="DejaVu Sans"/>
              </a:rPr>
              <a:t>Przykładowa treść szablonu dla fikcyjnego produktu</a:t>
            </a:r>
          </a:p>
        </p:txBody>
      </p:sp>
    </p:spTree>
    <p:extLst>
      <p:ext uri="{BB962C8B-B14F-4D97-AF65-F5344CB8AC3E}">
        <p14:creationId xmlns:p14="http://schemas.microsoft.com/office/powerpoint/2010/main" val="5025018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AAA37-8FDE-4070-9218-8A15923D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5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Zakres współpracy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233D3-A863-45EE-88F8-D046ED4A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1243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1243A"/>
                </a:solidFill>
                <a:latin typeface="DejaVu Sans"/>
                <a:ea typeface="DejaVu Sans"/>
                <a:cs typeface="DejaVu Sans"/>
              </a:rPr>
              <a:t>Układ oferty z edytowalną tabelą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87718-198C-4D34-BDE6-E1A90F10E7CE}"/>
              </a:ext>
            </a:extLst>
          </p:cNvPr>
          <p:cNvGraphicFramePr/>
          <p:nvPr/>
        </p:nvGraphicFramePr>
        <p:xfrm>
          <a:off xmlns:a="http://schemas.openxmlformats.org/drawingml/2006/main" x="723900" y="2676525"/>
          <a:ext xmlns:a="http://schemas.openxmlformats.org/drawingml/2006/main" cx="105727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86375"/>
                <a:gridCol w="5286375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Etap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Rezultat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Ustalenie zakresu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Lista materiałów i warunki odbioru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Przygotowanie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Pliki do wspólnego przeglądu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Korekty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Uzgodnione zmiany w materiałach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Przekazanie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24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Źródła i instrukcja użycia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57F9B-5D92-4104-A4AE-E7CE4C1D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245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158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1587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15875"/>
                </a:solidFill>
                <a:latin typeface="DejaVu Sans"/>
                <a:ea typeface="DejaVu Sans"/>
                <a:cs typeface="DejaVu Sans"/>
              </a:rPr>
              <a:t>Każdy etap ma uzgodniony rezultat i warunki odbioru.</a:t>
            </a:r>
          </a:p>
        </p:txBody>
      </p:sp>
    </p:spTree>
    <p:extLst>
      <p:ext uri="{BB962C8B-B14F-4D97-AF65-F5344CB8AC3E}">
        <p14:creationId xmlns:p14="http://schemas.microsoft.com/office/powerpoint/2010/main" val="1883392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2026-10-13T09:05:22.5850000Z</dcterms:created>
  <dcterms:modified xsi:type="dcterms:W3CDTF">2026-10-13T09:05:22.5850000Z</dcterms:modified>
</coreProperties>
</file>