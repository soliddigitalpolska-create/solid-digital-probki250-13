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dae5b1ee6f452d" /><Relationship Type="http://schemas.openxmlformats.org/officeDocument/2006/relationships/extended-properties" Target="/docProps/app.xml" Id="R523861364a1b46f7" /><Relationship Type="http://schemas.openxmlformats.org/officeDocument/2006/relationships/officeDocument" Target="/ppt/presentation.xml" Id="R74948ae5784340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21f54b462a47d3"/>
  </p:sldMasterIdLst>
  <p:notesMasterIdLst>
    <p:notesMasterId xmlns:r="http://schemas.openxmlformats.org/officeDocument/2006/relationships" r:id="Rf62686feea07484d"/>
  </p:notesMasterIdLst>
  <p:sldIdLst>
    <p:sldId xmlns:r="http://schemas.openxmlformats.org/officeDocument/2006/relationships" id="256" r:id="R81d7cd955e634adc"/>
    <p:sldId xmlns:r="http://schemas.openxmlformats.org/officeDocument/2006/relationships" id="257" r:id="Rb07782eb520d493d"/>
    <p:sldId xmlns:r="http://schemas.openxmlformats.org/officeDocument/2006/relationships" id="258" r:id="Re6888936d8934f1a"/>
    <p:sldId xmlns:r="http://schemas.openxmlformats.org/officeDocument/2006/relationships" id="259" r:id="R5d959b978f784a78"/>
    <p:sldId xmlns:r="http://schemas.openxmlformats.org/officeDocument/2006/relationships" id="260" r:id="Rf989edd88b734398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a9daf6ea4e4fb9" /><Relationship Type="http://schemas.openxmlformats.org/officeDocument/2006/relationships/slideMaster" Target="/ppt/slideMasters/slideMaster1.xml" Id="R4b21f54b462a47d3" /><Relationship Type="http://schemas.openxmlformats.org/officeDocument/2006/relationships/notesMaster" Target="/ppt/notesMasters/notesMaster1.xml" Id="Rf62686feea07484d" /><Relationship Type="http://schemas.openxmlformats.org/officeDocument/2006/relationships/presProps" Target="/ppt/presProps.xml" Id="R2e0b6bd6e7a548cd" /><Relationship Type="http://schemas.openxmlformats.org/officeDocument/2006/relationships/tableStyles" Target="/ppt/tableStyles.xml" Id="R3ef8231d0c9c4dab" /><Relationship Type="http://schemas.openxmlformats.org/officeDocument/2006/relationships/slide" Target="/ppt/slides/slide1.xml" Id="R81d7cd955e634adc" /><Relationship Type="http://schemas.openxmlformats.org/officeDocument/2006/relationships/slide" Target="/ppt/slides/slide2.xml" Id="Rb07782eb520d493d" /><Relationship Type="http://schemas.openxmlformats.org/officeDocument/2006/relationships/slide" Target="/ppt/slides/slide3.xml" Id="Re6888936d8934f1a" /><Relationship Type="http://schemas.openxmlformats.org/officeDocument/2006/relationships/slide" Target="/ppt/slides/slide4.xml" Id="R5d959b978f784a78" /><Relationship Type="http://schemas.openxmlformats.org/officeDocument/2006/relationships/slide" Target="/ppt/slides/slide5.xml" Id="Rf989edd88b7343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f580fddc924e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8da650d6414e9b" /><Relationship Type="http://schemas.openxmlformats.org/officeDocument/2006/relationships/notesMaster" Target="/ppt/notesMasters/notesMaster1.xml" Id="Rb0064d25aea24d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4982154eef46b7" /><Relationship Type="http://schemas.openxmlformats.org/officeDocument/2006/relationships/notesMaster" Target="/ppt/notesMasters/notesMaster1.xml" Id="Rd7f6f66ef6b64f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5f0f5101e642ec" /><Relationship Type="http://schemas.openxmlformats.org/officeDocument/2006/relationships/notesMaster" Target="/ppt/notesMasters/notesMaster1.xml" Id="R1d6c0bf99bdf4b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fd592981924c16" /><Relationship Type="http://schemas.openxmlformats.org/officeDocument/2006/relationships/notesMaster" Target="/ppt/notesMasters/notesMaster1.xml" Id="R00545236db934e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007a40ddf5e47c1" /><Relationship Type="http://schemas.openxmlformats.org/officeDocument/2006/relationships/notesMaster" Target="/ppt/notesMasters/notesMaster1.xml" Id="R5baf20e05f6e4e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Własny fikcyjny brief: prosta organizacja przed wyjściem z domu. Autorskie teksty i proste natywne obiekty. Brak porad medycznych i rozwojowych, badań, trendów oraz wyników kampanii. Nie jest to realizacja klienta. Import i edytowalność w Canvie wymagają jeszcze sprawdzenia.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Własny fikcyjny brief: prosta organizacja przed wyjściem z domu. Autorskie teksty i proste natywne obiekty. Brak porad medycznych i rozwojowych, badań, trendów oraz wyników kampanii. Nie jest to realizacja klienta. Import i edytowalność w Canvie wymagają jeszcze sprawdzenia.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Własny fikcyjny brief: prosta organizacja przed wyjściem z domu. Autorskie teksty i proste natywne obiekty. Brak porad medycznych i rozwojowych, badań, trendów oraz wyników kampanii. Nie jest to realizacja klienta. Import i edytowalność w Canvie wymagają jeszcze sprawdzenia.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Własny fikcyjny brief: prosta organizacja przed wyjściem z domu. Autorskie teksty i proste natywne obiekty. Brak porad medycznych i rozwojowych, badań, trendów oraz wyników kampanii. Nie jest to realizacja klienta. Import i edytowalność w Canvie wymagają jeszcze sprawdzenia.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Własny fikcyjny brief: prosta organizacja przed wyjściem z domu. Autorskie teksty i proste natywne obiekty. Brak porad medycznych i rozwojowych, badań, trendów oraz wyników kampanii. Nie jest to realizacja klienta. Import i edytowalność w Canvie wymagają jeszcze sprawdzenia.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d55e677045410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3929338d4c412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b475fac8f643d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ec4e61ff754b7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48b7433a9843b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f46bba5cbf43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BA8C3DC-5C35-450E-AF9B-EFD4FD5047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4857750"/>
            <a:ext cx="82296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F68F996-2F1B-4AC4-AD38-13A790D72B4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43050" y="7072313"/>
            <a:ext cx="72009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237A433-4460-458D-B56E-61F45FF266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5357813"/>
            <a:ext cx="82296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460FE38-D415-4F3D-B413-8305EE1FDB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0D74AAA-37FC-4786-BE7C-81396432FE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9129713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1pPr>
            <a:lvl2pPr marL="4500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2pPr>
            <a:lvl3pPr marL="7072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3pPr>
            <a:lvl4pPr marL="9644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4pPr>
            <a:lvl5pPr marL="12215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5pPr>
            <a:lvl6pPr marL="14787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6pPr>
            <a:lvl7pPr marL="17359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7pPr>
            <a:lvl8pPr marL="19931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8pPr>
            <a:lvl9pPr marL="22502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EFADEB3-0AD3-490C-8931-BA6F0116D8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FCD0CBD-8096-4228-BE4B-25E6401460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1pPr>
            <a:lvl2pPr marL="4500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2pPr>
            <a:lvl3pPr marL="7072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3pPr>
            <a:lvl4pPr marL="9644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4pPr>
            <a:lvl5pPr marL="12215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5pPr>
            <a:lvl6pPr marL="14787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6pPr>
            <a:lvl7pPr marL="17359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7pPr>
            <a:lvl8pPr marL="19931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8pPr>
            <a:lvl9pPr marL="22502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3592104-4C2A-4C83-8077-7C0636DBCE7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464969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1pPr>
            <a:lvl2pPr marL="4500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2pPr>
            <a:lvl3pPr marL="7072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3pPr>
            <a:lvl4pPr marL="9644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4pPr>
            <a:lvl5pPr marL="12215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5pPr>
            <a:lvl6pPr marL="14787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6pPr>
            <a:lvl7pPr marL="17359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7pPr>
            <a:lvl8pPr marL="19931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8pPr>
            <a:lvl9pPr marL="22502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0093481-F2F0-434D-8E2E-06CE5DB9F7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6ABE89F-59C9-488E-8773-24DD51CFD2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1pPr>
            <a:lvl2pPr marL="4500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2pPr>
            <a:lvl3pPr marL="7072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3pPr>
            <a:lvl4pPr marL="9644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4pPr>
            <a:lvl5pPr marL="12215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5pPr>
            <a:lvl6pPr marL="14787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6pPr>
            <a:lvl7pPr marL="17359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7pPr>
            <a:lvl8pPr marL="19931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8pPr>
            <a:lvl9pPr marL="22502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5846c1d4ff45f0" /><Relationship Type="http://schemas.openxmlformats.org/officeDocument/2006/relationships/slideLayout" Target="/ppt/slideLayouts/slideLayout1.xml" Id="R3f95101b1b434737" /><Relationship Type="http://schemas.openxmlformats.org/officeDocument/2006/relationships/slideLayout" Target="/ppt/slideLayouts/slideLayout2.xml" Id="R1deb0136d29c4e4c" /><Relationship Type="http://schemas.openxmlformats.org/officeDocument/2006/relationships/slideLayout" Target="/ppt/slideLayouts/slideLayout3.xml" Id="Ra83accb909994f80" /><Relationship Type="http://schemas.openxmlformats.org/officeDocument/2006/relationships/slideLayout" Target="/ppt/slideLayouts/slideLayout4.xml" Id="R2ea25299db014e67" /><Relationship Type="http://schemas.openxmlformats.org/officeDocument/2006/relationships/slideLayout" Target="/ppt/slideLayouts/slideLayout5.xml" Id="R95ed7a050ae146ec" /><Relationship Type="http://schemas.openxmlformats.org/officeDocument/2006/relationships/slideLayout" Target="/ppt/slideLayouts/slideLayout6.xml" Id="R36d6b440845f40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95101b1b434737"/>
    <p:sldLayoutId xmlns:r="http://schemas.openxmlformats.org/officeDocument/2006/relationships" id="2147483650" r:id="R1deb0136d29c4e4c"/>
    <p:sldLayoutId xmlns:r="http://schemas.openxmlformats.org/officeDocument/2006/relationships" id="2147483651" r:id="Ra83accb909994f80"/>
    <p:sldLayoutId xmlns:r="http://schemas.openxmlformats.org/officeDocument/2006/relationships" id="2147483652" r:id="R2ea25299db014e67"/>
    <p:sldLayoutId xmlns:r="http://schemas.openxmlformats.org/officeDocument/2006/relationships" id="2147483653" r:id="R95ed7a050ae146ec"/>
    <p:sldLayoutId xmlns:r="http://schemas.openxmlformats.org/officeDocument/2006/relationships" id="2147483654" r:id="R36d6b440845f40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a176803e984444" /><Relationship Type="http://schemas.openxmlformats.org/officeDocument/2006/relationships/notesSlide" Target="/ppt/notesSlides/notesSlide1.xml" Id="Rec6923b124694d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d2cf0d281d4235" /><Relationship Type="http://schemas.openxmlformats.org/officeDocument/2006/relationships/notesSlide" Target="/ppt/notesSlides/notesSlide2.xml" Id="R5b58b93a64414c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10785ac25b4f99" /><Relationship Type="http://schemas.openxmlformats.org/officeDocument/2006/relationships/notesSlide" Target="/ppt/notesSlides/notesSlide3.xml" Id="R7adbf35db56549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c72ba9ab0b456a" /><Relationship Type="http://schemas.openxmlformats.org/officeDocument/2006/relationships/notesSlide" Target="/ppt/notesSlides/notesSlide4.xml" Id="Rc4099c7ad7ca40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bc67c7cc3b4414" /><Relationship Type="http://schemas.openxmlformats.org/officeDocument/2006/relationships/notesSlide" Target="/ppt/notesSlides/notesSlide5.xml" Id="R88e730f10c1b435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1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ries">
            <a:extLst xmlns:a="http://schemas.openxmlformats.org/drawingml/2006/main">
              <a:ext uri="{FF2B5EF4-FFF2-40B4-BE49-F238E27FC236}">
                <a16:creationId xmlns:a16="http://schemas.microsoft.com/office/drawing/2014/main" id="{B379A0E2-8033-404C-98FE-2C34B5E7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3900"/>
            <a:ext cx="8572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526B6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526B65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526B65"/>
                </a:solidFill>
                <a:latin typeface="Segoe UI"/>
                <a:ea typeface="Segoe UI"/>
                <a:cs typeface="Segoe UI"/>
              </a:rPr>
              <a:t>PRZED DRZWIAMI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E027C5DE-A42B-43B6-BE88-E10F4FAF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620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526B6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526B65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526B65"/>
                </a:solidFill>
                <a:latin typeface="Segoe UI"/>
                <a:ea typeface="Segoe UI"/>
                <a:cs typeface="Segoe UI"/>
              </a:rPr>
              <a:t>01 / 05</a:t>
            </a:r>
          </a:p>
        </p:txBody>
      </p:sp>
      <p:sp>
        <p:nvSpPr>
          <p:cNvPr id="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A1F6D94-0842-4F03-832F-AC1D515B6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372850"/>
            <a:ext cx="8610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DDD0"/>
            </a:solidFill>
            <a:prstDash val="solid"/>
          </a:ln>
        </p:spPr>
      </p:sp>
      <p:sp>
        <p:nvSpPr>
          <p:cNvPr id="4" name="disclosure">
            <a:extLst xmlns:a="http://schemas.openxmlformats.org/drawingml/2006/main">
              <a:ext uri="{FF2B5EF4-FFF2-40B4-BE49-F238E27FC236}">
                <a16:creationId xmlns:a16="http://schemas.microsoft.com/office/drawing/2014/main" id="{142904CD-2762-40CB-93DD-FEAEDD5F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20525"/>
            <a:ext cx="861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B6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26B65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26B65"/>
                </a:solidFill>
                <a:latin typeface="Segoe UI"/>
                <a:ea typeface="Segoe UI"/>
                <a:cs typeface="Segoe UI"/>
              </a:rPr>
              <a:t>AUTORSKA PRÓBKA / FIKCYJNY BRIEF</a:t>
            </a:r>
          </a:p>
        </p:txBody>
      </p:sp>
      <p:sp>
        <p:nvSpPr>
          <p:cNvPr id="5" name="headline">
            <a:extLst xmlns:a="http://schemas.openxmlformats.org/drawingml/2006/main">
              <a:ext uri="{FF2B5EF4-FFF2-40B4-BE49-F238E27FC236}">
                <a16:creationId xmlns:a16="http://schemas.microsoft.com/office/drawing/2014/main" id="{980C5CA6-4E84-4B81-AFDB-74440D40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38375"/>
            <a:ext cx="8572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75" b="1">
                <a:solidFill>
                  <a:srgbClr val="213D3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6075" b="1">
                <a:solidFill>
                  <a:srgbClr val="213D3B"/>
                </a:solidFill>
                <a:latin typeface="Segoe UI"/>
                <a:ea typeface="Segoe UI"/>
                <a:cs typeface="Segoe UI"/>
              </a:defRPr>
            </a:pPr>
            <a:r>
              <a:rPr sz="6075" b="1">
                <a:solidFill>
                  <a:srgbClr val="213D3B"/>
                </a:solidFill>
                <a:latin typeface="Segoe UI"/>
                <a:ea typeface="Segoe UI"/>
                <a:cs typeface="Segoe UI"/>
              </a:rPr>
              <a:t>Wyjście za chwilę.</a:t>
            </a:r>
          </a:p>
          <a:p xmlns:a="http://schemas.openxmlformats.org/drawingml/2006/main">
            <a:pPr algn="l">
              <a:defRPr sz="6075" b="1">
                <a:solidFill>
                  <a:srgbClr val="213D3B"/>
                </a:solidFill>
                <a:latin typeface="Segoe UI"/>
                <a:ea typeface="Segoe UI"/>
                <a:cs typeface="Segoe UI"/>
              </a:defRPr>
            </a:pPr>
            <a:r>
              <a:rPr sz="6075" b="1">
                <a:solidFill>
                  <a:srgbClr val="213D3B"/>
                </a:solidFill>
                <a:latin typeface="Segoe UI"/>
                <a:ea typeface="Segoe UI"/>
                <a:cs typeface="Segoe UI"/>
              </a:rPr>
              <a:t>Gdzie są</a:t>
            </a:r>
          </a:p>
          <a:p xmlns:a="http://schemas.openxmlformats.org/drawingml/2006/main">
            <a:pPr algn="l">
              <a:defRPr sz="6075" b="1">
                <a:solidFill>
                  <a:srgbClr val="213D3B"/>
                </a:solidFill>
                <a:latin typeface="Segoe UI"/>
                <a:ea typeface="Segoe UI"/>
                <a:cs typeface="Segoe UI"/>
              </a:defRPr>
            </a:pPr>
            <a:r>
              <a:rPr sz="6075" b="1">
                <a:solidFill>
                  <a:srgbClr val="213D3B"/>
                </a:solidFill>
                <a:latin typeface="Segoe UI"/>
                <a:ea typeface="Segoe UI"/>
                <a:cs typeface="Segoe UI"/>
              </a:rPr>
              <a:t>te rzeczy?</a:t>
            </a:r>
          </a:p>
        </p:txBody>
      </p:sp>
      <p:sp>
        <p:nvSpPr>
          <p:cNvPr id="6" name="bag-handle">
            <a:extLst xmlns:a="http://schemas.openxmlformats.org/drawingml/2006/main">
              <a:ext uri="{FF2B5EF4-FFF2-40B4-BE49-F238E27FC236}">
                <a16:creationId xmlns:a16="http://schemas.microsoft.com/office/drawing/2014/main" id="{EC37BEAB-5223-412B-9F1D-BC1B9685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0535" y="5962650"/>
            <a:ext cx="1543050" cy="1543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4018">
            <a:solidFill>
              <a:srgbClr val="213D3B"/>
            </a:solidFill>
            <a:prstDash val="solid"/>
          </a:ln>
        </p:spPr>
      </p:sp>
      <p:sp>
        <p:nvSpPr>
          <p:cNvPr id="7" name="bag-body">
            <a:extLst xmlns:a="http://schemas.openxmlformats.org/drawingml/2006/main">
              <a:ext uri="{FF2B5EF4-FFF2-40B4-BE49-F238E27FC236}">
                <a16:creationId xmlns:a16="http://schemas.microsoft.com/office/drawing/2014/main" id="{EAF26870-6E43-470B-B6AF-34795637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6734175"/>
            <a:ext cx="3188970" cy="2880360"/>
          </a:xfrm>
          <a:prstGeom xmlns:a="http://schemas.openxmlformats.org/drawingml/2006/main" prst="roundRect">
            <a:avLst>
              <a:gd name="adj" fmla="val 2646"/>
            </a:avLst>
          </a:prstGeom>
          <a:solidFill xmlns:a="http://schemas.openxmlformats.org/drawingml/2006/main">
            <a:srgbClr val="AAC9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ag-inset">
            <a:extLst xmlns:a="http://schemas.openxmlformats.org/drawingml/2006/main">
              <a:ext uri="{FF2B5EF4-FFF2-40B4-BE49-F238E27FC236}">
                <a16:creationId xmlns:a16="http://schemas.microsoft.com/office/drawing/2014/main" id="{A97990B7-70D7-463F-B62D-5214CDB8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2741" y="6919341"/>
            <a:ext cx="2818638" cy="2417445"/>
          </a:xfrm>
          <a:prstGeom xmlns:a="http://schemas.openxmlformats.org/drawingml/2006/main" prst="roundRect">
            <a:avLst>
              <a:gd name="adj" fmla="val 3152"/>
            </a:avLst>
          </a:prstGeom>
          <a:solidFill xmlns:a="http://schemas.openxmlformats.org/drawingml/2006/main">
            <a:srgbClr val="DCE8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ag-zip">
            <a:extLst xmlns:a="http://schemas.openxmlformats.org/drawingml/2006/main">
              <a:ext uri="{FF2B5EF4-FFF2-40B4-BE49-F238E27FC236}">
                <a16:creationId xmlns:a16="http://schemas.microsoft.com/office/drawing/2014/main" id="{D6186A73-3169-40CD-8D7A-6F038406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7046" y="7227951"/>
            <a:ext cx="25100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722">
            <a:solidFill>
              <a:srgbClr val="213D3B"/>
            </a:solidFill>
            <a:prstDash val="solid"/>
          </a:ln>
        </p:spPr>
      </p:sp>
      <p:sp>
        <p:nvSpPr>
          <p:cNvPr id="10" name="bag-pocket">
            <a:extLst xmlns:a="http://schemas.openxmlformats.org/drawingml/2006/main">
              <a:ext uri="{FF2B5EF4-FFF2-40B4-BE49-F238E27FC236}">
                <a16:creationId xmlns:a16="http://schemas.microsoft.com/office/drawing/2014/main" id="{C6DEB766-5FDB-4FE9-A93E-03C8D853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831" y="8122920"/>
            <a:ext cx="1378458" cy="864108"/>
          </a:xfrm>
          <a:prstGeom xmlns:a="http://schemas.openxmlformats.org/drawingml/2006/main" prst="roundRect">
            <a:avLst>
              <a:gd name="adj" fmla="val 8818"/>
            </a:avLst>
          </a:prstGeom>
          <a:solidFill xmlns:a="http://schemas.openxmlformats.org/drawingml/2006/main">
            <a:srgbClr val="AAC9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zip-point">
            <a:extLst xmlns:a="http://schemas.openxmlformats.org/drawingml/2006/main">
              <a:ext uri="{FF2B5EF4-FFF2-40B4-BE49-F238E27FC236}">
                <a16:creationId xmlns:a16="http://schemas.microsoft.com/office/drawing/2014/main" id="{19ECABCE-BDBC-4C98-BC58-2DB18AB1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491" y="7166229"/>
            <a:ext cx="123444" cy="1234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80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D42B9D12-4B5F-4444-910B-CBDBB52C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020300"/>
            <a:ext cx="85725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0">
                <a:solidFill>
                  <a:srgbClr val="526B6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775" b="0">
                <a:solidFill>
                  <a:srgbClr val="526B65"/>
                </a:solidFill>
                <a:latin typeface="Segoe UI"/>
                <a:ea typeface="Segoe UI"/>
                <a:cs typeface="Segoe UI"/>
              </a:defRPr>
            </a:pPr>
            <a:r>
              <a:rPr sz="2775" b="0">
                <a:solidFill>
                  <a:srgbClr val="526B65"/>
                </a:solidFill>
                <a:latin typeface="Segoe UI"/>
                <a:ea typeface="Segoe UI"/>
                <a:cs typeface="Segoe UI"/>
              </a:rPr>
              <a:t>Mały pomysł na uporządkowanie</a:t>
            </a:r>
          </a:p>
          <a:p xmlns:a="http://schemas.openxmlformats.org/drawingml/2006/main">
            <a:pPr algn="l">
              <a:defRPr sz="2775" b="0">
                <a:solidFill>
                  <a:srgbClr val="526B65"/>
                </a:solidFill>
                <a:latin typeface="Segoe UI"/>
                <a:ea typeface="Segoe UI"/>
                <a:cs typeface="Segoe UI"/>
              </a:defRPr>
            </a:pPr>
            <a:r>
              <a:rPr sz="2775" b="0">
                <a:solidFill>
                  <a:srgbClr val="526B65"/>
                </a:solidFill>
                <a:latin typeface="Segoe UI"/>
                <a:ea typeface="Segoe UI"/>
                <a:cs typeface="Segoe UI"/>
              </a:rPr>
              <a:t>rzeczy przed zwykłym wyjściem.</a:t>
            </a:r>
          </a:p>
        </p:txBody>
      </p:sp>
    </p:spTree>
    <p:extLst>
      <p:ext uri="{BB962C8B-B14F-4D97-AF65-F5344CB8AC3E}">
        <p14:creationId xmlns:p14="http://schemas.microsoft.com/office/powerpoint/2010/main" val="18517572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1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eries">
            <a:extLst xmlns:a="http://schemas.openxmlformats.org/drawingml/2006/main">
              <a:ext uri="{FF2B5EF4-FFF2-40B4-BE49-F238E27FC236}">
                <a16:creationId xmlns:a16="http://schemas.microsoft.com/office/drawing/2014/main" id="{DC734908-3505-4E92-9D31-C8097DEE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3900"/>
            <a:ext cx="8572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526B6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526B65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526B65"/>
                </a:solidFill>
                <a:latin typeface="Segoe UI"/>
                <a:ea typeface="Segoe UI"/>
                <a:cs typeface="Segoe UI"/>
              </a:rPr>
              <a:t>PRZED DRZWIAMI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A1C098F4-9150-46CD-B92C-963F862A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620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526B6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526B65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526B65"/>
                </a:solidFill>
                <a:latin typeface="Segoe UI"/>
                <a:ea typeface="Segoe UI"/>
                <a:cs typeface="Segoe UI"/>
              </a:rPr>
              <a:t>02 / 05</a:t>
            </a:r>
          </a:p>
        </p:txBody>
      </p:sp>
      <p:sp>
        <p:nvSpPr>
          <p:cNvPr id="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10A7651-A2AB-4C5D-895C-4AF04076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372850"/>
            <a:ext cx="8610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DDD0"/>
            </a:solidFill>
            <a:prstDash val="solid"/>
          </a:ln>
        </p:spPr>
      </p:sp>
      <p:sp>
        <p:nvSpPr>
          <p:cNvPr id="4" name="disclosure">
            <a:extLst xmlns:a="http://schemas.openxmlformats.org/drawingml/2006/main">
              <a:ext uri="{FF2B5EF4-FFF2-40B4-BE49-F238E27FC236}">
                <a16:creationId xmlns:a16="http://schemas.microsoft.com/office/drawing/2014/main" id="{43A34BEC-30A7-498E-8CF6-5EECF9C1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20525"/>
            <a:ext cx="861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B6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26B65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26B65"/>
                </a:solidFill>
                <a:latin typeface="Segoe UI"/>
                <a:ea typeface="Segoe UI"/>
                <a:cs typeface="Segoe UI"/>
              </a:rPr>
              <a:t>AUTORSKA PRÓBKA / FIKCYJNY BRIEF</a:t>
            </a:r>
          </a:p>
        </p:txBody>
      </p:sp>
      <p:sp>
        <p:nvSpPr>
          <p:cNvPr id="5" name="headline">
            <a:extLst xmlns:a="http://schemas.openxmlformats.org/drawingml/2006/main">
              <a:ext uri="{FF2B5EF4-FFF2-40B4-BE49-F238E27FC236}">
                <a16:creationId xmlns:a16="http://schemas.microsoft.com/office/drawing/2014/main" id="{73E2D121-8376-4997-B0A4-2B71173D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38375"/>
            <a:ext cx="8572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850" b="1">
                <a:solidFill>
                  <a:srgbClr val="213D3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5850" b="1">
                <a:solidFill>
                  <a:srgbClr val="213D3B"/>
                </a:solidFill>
                <a:latin typeface="Segoe UI"/>
                <a:ea typeface="Segoe UI"/>
                <a:cs typeface="Segoe UI"/>
              </a:defRPr>
            </a:pPr>
            <a:r>
              <a:rPr sz="5850" b="1">
                <a:solidFill>
                  <a:srgbClr val="213D3B"/>
                </a:solidFill>
                <a:latin typeface="Segoe UI"/>
                <a:ea typeface="Segoe UI"/>
                <a:cs typeface="Segoe UI"/>
              </a:rPr>
              <a:t>Jedna torba</a:t>
            </a:r>
          </a:p>
          <a:p xmlns:a="http://schemas.openxmlformats.org/drawingml/2006/main">
            <a:pPr algn="l">
              <a:defRPr sz="5850" b="1">
                <a:solidFill>
                  <a:srgbClr val="213D3B"/>
                </a:solidFill>
                <a:latin typeface="Segoe UI"/>
                <a:ea typeface="Segoe UI"/>
                <a:cs typeface="Segoe UI"/>
              </a:defRPr>
            </a:pPr>
            <a:r>
              <a:rPr sz="5850" b="1">
                <a:solidFill>
                  <a:srgbClr val="213D3B"/>
                </a:solidFill>
                <a:latin typeface="Segoe UI"/>
                <a:ea typeface="Segoe UI"/>
                <a:cs typeface="Segoe UI"/>
              </a:rPr>
              <a:t>na Twoje rzeczy</a:t>
            </a:r>
          </a:p>
        </p:txBody>
      </p:sp>
      <p:sp>
        <p:nvSpPr>
          <p:cNvPr id="6" name="bag-handle">
            <a:extLst xmlns:a="http://schemas.openxmlformats.org/drawingml/2006/main">
              <a:ext uri="{FF2B5EF4-FFF2-40B4-BE49-F238E27FC236}">
                <a16:creationId xmlns:a16="http://schemas.microsoft.com/office/drawing/2014/main" id="{BA8D5289-38A6-41FC-AE12-29A3D0639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905375"/>
            <a:ext cx="1428750" cy="1428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0">
            <a:solidFill>
              <a:srgbClr val="213D3B"/>
            </a:solidFill>
            <a:prstDash val="solid"/>
          </a:ln>
        </p:spPr>
      </p:sp>
      <p:sp>
        <p:nvSpPr>
          <p:cNvPr id="7" name="bag-body">
            <a:extLst xmlns:a="http://schemas.openxmlformats.org/drawingml/2006/main">
              <a:ext uri="{FF2B5EF4-FFF2-40B4-BE49-F238E27FC236}">
                <a16:creationId xmlns:a16="http://schemas.microsoft.com/office/drawing/2014/main" id="{D375ABF1-201B-41DC-B64F-A27529BE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2952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AAC9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ag-inset">
            <a:extLst xmlns:a="http://schemas.openxmlformats.org/drawingml/2006/main">
              <a:ext uri="{FF2B5EF4-FFF2-40B4-BE49-F238E27FC236}">
                <a16:creationId xmlns:a16="http://schemas.microsoft.com/office/drawing/2014/main" id="{D36A60D2-705C-431D-9403-B93E6E6D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791200"/>
            <a:ext cx="26098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DCE8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ag-zip">
            <a:extLst xmlns:a="http://schemas.openxmlformats.org/drawingml/2006/main">
              <a:ext uri="{FF2B5EF4-FFF2-40B4-BE49-F238E27FC236}">
                <a16:creationId xmlns:a16="http://schemas.microsoft.com/office/drawing/2014/main" id="{8A275140-6B4C-4EDB-87AD-EA9E932A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6076950"/>
            <a:ext cx="2324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13D3B"/>
            </a:solidFill>
            <a:prstDash val="solid"/>
          </a:ln>
        </p:spPr>
      </p:sp>
      <p:sp>
        <p:nvSpPr>
          <p:cNvPr id="10" name="bag-pocket">
            <a:extLst xmlns:a="http://schemas.openxmlformats.org/drawingml/2006/main">
              <a:ext uri="{FF2B5EF4-FFF2-40B4-BE49-F238E27FC236}">
                <a16:creationId xmlns:a16="http://schemas.microsoft.com/office/drawing/2014/main" id="{F00BE86B-296D-4007-8EE7-33CC6162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905625"/>
            <a:ext cx="12763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AAC9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zip-point">
            <a:extLst xmlns:a="http://schemas.openxmlformats.org/drawingml/2006/main">
              <a:ext uri="{FF2B5EF4-FFF2-40B4-BE49-F238E27FC236}">
                <a16:creationId xmlns:a16="http://schemas.microsoft.com/office/drawing/2014/main" id="{99FF4A73-8E5E-4E39-AF68-3AD31F4F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6019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80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ody1">
            <a:extLst xmlns:a="http://schemas.openxmlformats.org/drawingml/2006/main">
              <a:ext uri="{FF2B5EF4-FFF2-40B4-BE49-F238E27FC236}">
                <a16:creationId xmlns:a16="http://schemas.microsoft.com/office/drawing/2014/main" id="{051C21DC-D095-40F3-BEF8-64A15B8A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67250"/>
            <a:ext cx="46958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13D3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13D3B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213D3B"/>
                </a:solidFill>
                <a:latin typeface="Segoe UI"/>
                <a:ea typeface="Segoe UI"/>
                <a:cs typeface="Segoe UI"/>
              </a:rPr>
              <a:t>Wyznacz torbę na wyjścia,</a:t>
            </a:r>
          </a:p>
          <a:p xmlns:a="http://schemas.openxmlformats.org/drawingml/2006/main">
            <a:pPr algn="l">
              <a:defRPr sz="2550" b="1">
                <a:solidFill>
                  <a:srgbClr val="213D3B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213D3B"/>
                </a:solidFill>
                <a:latin typeface="Segoe UI"/>
                <a:ea typeface="Segoe UI"/>
                <a:cs typeface="Segoe UI"/>
              </a:rPr>
              <a:t>którą łatwo znaleźć.</a:t>
            </a:r>
          </a:p>
        </p:txBody>
      </p:sp>
      <p:sp>
        <p:nvSpPr>
          <p:cNvPr id="13" name="body2">
            <a:extLst xmlns:a="http://schemas.openxmlformats.org/drawingml/2006/main">
              <a:ext uri="{FF2B5EF4-FFF2-40B4-BE49-F238E27FC236}">
                <a16:creationId xmlns:a16="http://schemas.microsoft.com/office/drawing/2014/main" id="{2017D8C5-4921-4316-9BDF-C0242803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410325"/>
            <a:ext cx="46958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213D3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213D3B"/>
                </a:solidFill>
                <a:latin typeface="Segoe UI"/>
                <a:ea typeface="Segoe UI"/>
                <a:cs typeface="Segoe UI"/>
              </a:defRPr>
            </a:pPr>
            <a:r>
              <a:rPr sz="2550" b="0">
                <a:solidFill>
                  <a:srgbClr val="213D3B"/>
                </a:solidFill>
                <a:latin typeface="Segoe UI"/>
                <a:ea typeface="Segoe UI"/>
                <a:cs typeface="Segoe UI"/>
              </a:rPr>
              <a:t>Przed wyjściem sprawdź,</a:t>
            </a:r>
          </a:p>
          <a:p xmlns:a="http://schemas.openxmlformats.org/drawingml/2006/main">
            <a:pPr algn="l">
              <a:defRPr sz="2550" b="0">
                <a:solidFill>
                  <a:srgbClr val="213D3B"/>
                </a:solidFill>
                <a:latin typeface="Segoe UI"/>
                <a:ea typeface="Segoe UI"/>
                <a:cs typeface="Segoe UI"/>
              </a:defRPr>
            </a:pPr>
            <a:r>
              <a:rPr sz="2550" b="0">
                <a:solidFill>
                  <a:srgbClr val="213D3B"/>
                </a:solidFill>
                <a:latin typeface="Segoe UI"/>
                <a:ea typeface="Segoe UI"/>
                <a:cs typeface="Segoe UI"/>
              </a:rPr>
              <a:t>co już w niej jest.</a:t>
            </a:r>
          </a:p>
        </p:txBody>
      </p:sp>
      <p:sp>
        <p:nvSpPr>
          <p:cNvPr id="14" name="body3">
            <a:extLst xmlns:a="http://schemas.openxmlformats.org/drawingml/2006/main">
              <a:ext uri="{FF2B5EF4-FFF2-40B4-BE49-F238E27FC236}">
                <a16:creationId xmlns:a16="http://schemas.microsoft.com/office/drawing/2014/main" id="{27378486-CCF4-40F0-BEF2-7A13D036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096250"/>
            <a:ext cx="46958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213D3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213D3B"/>
                </a:solidFill>
                <a:latin typeface="Segoe UI"/>
                <a:ea typeface="Segoe UI"/>
                <a:cs typeface="Segoe UI"/>
              </a:defRPr>
            </a:pPr>
            <a:r>
              <a:rPr sz="2550" b="0">
                <a:solidFill>
                  <a:srgbClr val="213D3B"/>
                </a:solidFill>
                <a:latin typeface="Segoe UI"/>
                <a:ea typeface="Segoe UI"/>
                <a:cs typeface="Segoe UI"/>
              </a:rPr>
              <a:t>Po powrocie odłóż ją</a:t>
            </a:r>
          </a:p>
          <a:p xmlns:a="http://schemas.openxmlformats.org/drawingml/2006/main">
            <a:pPr algn="l">
              <a:defRPr sz="2550" b="0">
                <a:solidFill>
                  <a:srgbClr val="213D3B"/>
                </a:solidFill>
                <a:latin typeface="Segoe UI"/>
                <a:ea typeface="Segoe UI"/>
                <a:cs typeface="Segoe UI"/>
              </a:defRPr>
            </a:pPr>
            <a:r>
              <a:rPr sz="2550" b="0">
                <a:solidFill>
                  <a:srgbClr val="213D3B"/>
                </a:solidFill>
                <a:latin typeface="Segoe UI"/>
                <a:ea typeface="Segoe UI"/>
                <a:cs typeface="Segoe UI"/>
              </a:rPr>
              <a:t>w umówione miejsce.</a:t>
            </a:r>
          </a:p>
        </p:txBody>
      </p:sp>
      <p:sp>
        <p:nvSpPr>
          <p:cNvPr id="15" name="note">
            <a:extLst xmlns:a="http://schemas.openxmlformats.org/drawingml/2006/main">
              <a:ext uri="{FF2B5EF4-FFF2-40B4-BE49-F238E27FC236}">
                <a16:creationId xmlns:a16="http://schemas.microsoft.com/office/drawing/2014/main" id="{E38231C3-7FBC-4FE0-8DB1-21EDA64E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382250"/>
            <a:ext cx="86106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526B6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526B65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526B65"/>
                </a:solidFill>
                <a:latin typeface="Segoe UI"/>
                <a:ea typeface="Segoe UI"/>
                <a:cs typeface="Segoe UI"/>
              </a:rPr>
              <a:t>Dobierz zawartość do swojego wyjścia.</a:t>
            </a:r>
          </a:p>
        </p:txBody>
      </p:sp>
    </p:spTree>
    <p:extLst>
      <p:ext uri="{BB962C8B-B14F-4D97-AF65-F5344CB8AC3E}">
        <p14:creationId xmlns:p14="http://schemas.microsoft.com/office/powerpoint/2010/main" val="19509201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1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ries">
            <a:extLst xmlns:a="http://schemas.openxmlformats.org/drawingml/2006/main">
              <a:ext uri="{FF2B5EF4-FFF2-40B4-BE49-F238E27FC236}">
                <a16:creationId xmlns:a16="http://schemas.microsoft.com/office/drawing/2014/main" id="{517B3909-C73F-4F96-BBE3-4CC5A74F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3900"/>
            <a:ext cx="8572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526B6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526B65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526B65"/>
                </a:solidFill>
                <a:latin typeface="Segoe UI"/>
                <a:ea typeface="Segoe UI"/>
                <a:cs typeface="Segoe UI"/>
              </a:rPr>
              <a:t>PRZED DRZWIAMI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1F26C482-E524-41B5-B46E-DABF693A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620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526B6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526B65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526B65"/>
                </a:solidFill>
                <a:latin typeface="Segoe UI"/>
                <a:ea typeface="Segoe UI"/>
                <a:cs typeface="Segoe UI"/>
              </a:rPr>
              <a:t>03 / 05</a:t>
            </a:r>
          </a:p>
        </p:txBody>
      </p:sp>
      <p:sp>
        <p:nvSpPr>
          <p:cNvPr id="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23D1B12-C4CD-4D5F-AE9D-B255B44E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372850"/>
            <a:ext cx="8610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DDD0"/>
            </a:solidFill>
            <a:prstDash val="solid"/>
          </a:ln>
        </p:spPr>
      </p:sp>
      <p:sp>
        <p:nvSpPr>
          <p:cNvPr id="4" name="disclosure">
            <a:extLst xmlns:a="http://schemas.openxmlformats.org/drawingml/2006/main">
              <a:ext uri="{FF2B5EF4-FFF2-40B4-BE49-F238E27FC236}">
                <a16:creationId xmlns:a16="http://schemas.microsoft.com/office/drawing/2014/main" id="{01E6C278-164D-4D14-946B-E4B0BF10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20525"/>
            <a:ext cx="861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B6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26B65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26B65"/>
                </a:solidFill>
                <a:latin typeface="Segoe UI"/>
                <a:ea typeface="Segoe UI"/>
                <a:cs typeface="Segoe UI"/>
              </a:rPr>
              <a:t>AUTORSKA PRÓBKA / FIKCYJNY BRIEF</a:t>
            </a:r>
          </a:p>
        </p:txBody>
      </p:sp>
      <p:sp>
        <p:nvSpPr>
          <p:cNvPr id="5" name="headline">
            <a:extLst xmlns:a="http://schemas.openxmlformats.org/drawingml/2006/main">
              <a:ext uri="{FF2B5EF4-FFF2-40B4-BE49-F238E27FC236}">
                <a16:creationId xmlns:a16="http://schemas.microsoft.com/office/drawing/2014/main" id="{9BC13558-7BCF-4893-B98F-1018D97D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38375"/>
            <a:ext cx="85725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375" b="1">
                <a:solidFill>
                  <a:srgbClr val="213D3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6375" b="1">
                <a:solidFill>
                  <a:srgbClr val="213D3B"/>
                </a:solidFill>
                <a:latin typeface="Segoe UI"/>
                <a:ea typeface="Segoe UI"/>
                <a:cs typeface="Segoe UI"/>
              </a:defRPr>
            </a:pPr>
            <a:r>
              <a:rPr sz="6375" b="1">
                <a:solidFill>
                  <a:srgbClr val="213D3B"/>
                </a:solidFill>
                <a:latin typeface="Segoe UI"/>
                <a:ea typeface="Segoe UI"/>
                <a:cs typeface="Segoe UI"/>
              </a:rPr>
              <a:t>Twoja lista.</a:t>
            </a:r>
          </a:p>
          <a:p xmlns:a="http://schemas.openxmlformats.org/drawingml/2006/main">
            <a:pPr algn="l">
              <a:defRPr sz="6375" b="1">
                <a:solidFill>
                  <a:srgbClr val="213D3B"/>
                </a:solidFill>
                <a:latin typeface="Segoe UI"/>
                <a:ea typeface="Segoe UI"/>
                <a:cs typeface="Segoe UI"/>
              </a:defRPr>
            </a:pPr>
            <a:r>
              <a:rPr sz="6375" b="1">
                <a:solidFill>
                  <a:srgbClr val="213D3B"/>
                </a:solidFill>
                <a:latin typeface="Segoe UI"/>
                <a:ea typeface="Segoe UI"/>
                <a:cs typeface="Segoe UI"/>
              </a:rPr>
              <a:t>Twój zestaw.</a:t>
            </a:r>
          </a:p>
        </p:txBody>
      </p:sp>
      <p:sp>
        <p:nvSpPr>
          <p:cNvPr id="6" name="item1-circle">
            <a:extLst xmlns:a="http://schemas.openxmlformats.org/drawingml/2006/main">
              <a:ext uri="{FF2B5EF4-FFF2-40B4-BE49-F238E27FC236}">
                <a16:creationId xmlns:a16="http://schemas.microsoft.com/office/drawing/2014/main" id="{B82609E6-C4DD-4F01-A2A7-68125305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00600"/>
            <a:ext cx="695325" cy="6953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AC9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item1-tick1">
            <a:extLst xmlns:a="http://schemas.openxmlformats.org/drawingml/2006/main">
              <a:ext uri="{FF2B5EF4-FFF2-40B4-BE49-F238E27FC236}">
                <a16:creationId xmlns:a16="http://schemas.microsoft.com/office/drawing/2014/main" id="{7FEE458E-E14D-49E8-92C7-FA3DDD39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143500"/>
            <a:ext cx="13335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13D3B"/>
            </a:solidFill>
            <a:prstDash val="solid"/>
          </a:ln>
        </p:spPr>
      </p:sp>
      <p:sp>
        <p:nvSpPr>
          <p:cNvPr id="8" name="item1-tick2">
            <a:extLst xmlns:a="http://schemas.openxmlformats.org/drawingml/2006/main">
              <a:ext uri="{FF2B5EF4-FFF2-40B4-BE49-F238E27FC236}">
                <a16:creationId xmlns:a16="http://schemas.microsoft.com/office/drawing/2014/main" id="{F2FDBE4B-D836-478C-BF4D-980A1406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52525" y="4991100"/>
            <a:ext cx="219075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13D3B"/>
            </a:solidFill>
            <a:prstDash val="solid"/>
          </a:ln>
        </p:spPr>
      </p:sp>
      <p:sp>
        <p:nvSpPr>
          <p:cNvPr id="9" name="item1-title">
            <a:extLst xmlns:a="http://schemas.openxmlformats.org/drawingml/2006/main">
              <a:ext uri="{FF2B5EF4-FFF2-40B4-BE49-F238E27FC236}">
                <a16:creationId xmlns:a16="http://schemas.microsoft.com/office/drawing/2014/main" id="{5B8388EF-ED71-4967-9F90-27A62D6A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10125"/>
            <a:ext cx="7524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213D3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213D3B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213D3B"/>
                </a:solidFill>
                <a:latin typeface="Segoe UI"/>
                <a:ea typeface="Segoe UI"/>
                <a:cs typeface="Segoe UI"/>
              </a:rPr>
              <a:t>Woda</a:t>
            </a:r>
          </a:p>
        </p:txBody>
      </p:sp>
      <p:sp>
        <p:nvSpPr>
          <p:cNvPr id="10" name="item1-body">
            <a:extLst xmlns:a="http://schemas.openxmlformats.org/drawingml/2006/main">
              <a:ext uri="{FF2B5EF4-FFF2-40B4-BE49-F238E27FC236}">
                <a16:creationId xmlns:a16="http://schemas.microsoft.com/office/drawing/2014/main" id="{FDF005A8-7F3C-4CD2-BBEA-D24FD85A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457825"/>
            <a:ext cx="7524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B6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526B65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526B65"/>
                </a:solidFill>
                <a:latin typeface="Segoe UI"/>
                <a:ea typeface="Segoe UI"/>
                <a:cs typeface="Segoe UI"/>
              </a:rPr>
              <a:t>Jeśli planujesz ją zabrać.</a:t>
            </a:r>
          </a:p>
        </p:txBody>
      </p:sp>
      <p:sp>
        <p:nvSpPr>
          <p:cNvPr id="11" name="item2-circle">
            <a:extLst xmlns:a="http://schemas.openxmlformats.org/drawingml/2006/main">
              <a:ext uri="{FF2B5EF4-FFF2-40B4-BE49-F238E27FC236}">
                <a16:creationId xmlns:a16="http://schemas.microsoft.com/office/drawing/2014/main" id="{5A1FC91B-35D5-4C2E-9968-997A4745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19850"/>
            <a:ext cx="695325" cy="6953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AC9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item2-tick1">
            <a:extLst xmlns:a="http://schemas.openxmlformats.org/drawingml/2006/main">
              <a:ext uri="{FF2B5EF4-FFF2-40B4-BE49-F238E27FC236}">
                <a16:creationId xmlns:a16="http://schemas.microsoft.com/office/drawing/2014/main" id="{EA39EF20-FE68-49DA-90B7-AA495312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6762750"/>
            <a:ext cx="13335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13D3B"/>
            </a:solidFill>
            <a:prstDash val="solid"/>
          </a:ln>
        </p:spPr>
      </p:sp>
      <p:sp>
        <p:nvSpPr>
          <p:cNvPr id="13" name="item2-tick2">
            <a:extLst xmlns:a="http://schemas.openxmlformats.org/drawingml/2006/main">
              <a:ext uri="{FF2B5EF4-FFF2-40B4-BE49-F238E27FC236}">
                <a16:creationId xmlns:a16="http://schemas.microsoft.com/office/drawing/2014/main" id="{2EFEE959-A8D9-4881-BA70-B590F892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52525" y="6610350"/>
            <a:ext cx="219075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13D3B"/>
            </a:solidFill>
            <a:prstDash val="solid"/>
          </a:ln>
        </p:spPr>
      </p:sp>
      <p:sp>
        <p:nvSpPr>
          <p:cNvPr id="14" name="item2-title">
            <a:extLst xmlns:a="http://schemas.openxmlformats.org/drawingml/2006/main">
              <a:ext uri="{FF2B5EF4-FFF2-40B4-BE49-F238E27FC236}">
                <a16:creationId xmlns:a16="http://schemas.microsoft.com/office/drawing/2014/main" id="{80F7574C-315A-4791-843D-FEB9FB17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429375"/>
            <a:ext cx="7524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213D3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213D3B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213D3B"/>
                </a:solidFill>
                <a:latin typeface="Segoe UI"/>
                <a:ea typeface="Segoe UI"/>
                <a:cs typeface="Segoe UI"/>
              </a:rPr>
              <a:t>Chusteczki</a:t>
            </a:r>
          </a:p>
        </p:txBody>
      </p:sp>
      <p:sp>
        <p:nvSpPr>
          <p:cNvPr id="15" name="item2-body">
            <a:extLst xmlns:a="http://schemas.openxmlformats.org/drawingml/2006/main">
              <a:ext uri="{FF2B5EF4-FFF2-40B4-BE49-F238E27FC236}">
                <a16:creationId xmlns:a16="http://schemas.microsoft.com/office/drawing/2014/main" id="{B674FBB6-B7E9-4AA3-BFC5-5A13B33B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7077075"/>
            <a:ext cx="7524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B6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526B65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526B65"/>
                </a:solidFill>
                <a:latin typeface="Segoe UI"/>
                <a:ea typeface="Segoe UI"/>
                <a:cs typeface="Segoe UI"/>
              </a:rPr>
              <a:t>Gdy są na Twojej liście.</a:t>
            </a:r>
          </a:p>
        </p:txBody>
      </p:sp>
      <p:sp>
        <p:nvSpPr>
          <p:cNvPr id="16" name="item3-circle">
            <a:extLst xmlns:a="http://schemas.openxmlformats.org/drawingml/2006/main">
              <a:ext uri="{FF2B5EF4-FFF2-40B4-BE49-F238E27FC236}">
                <a16:creationId xmlns:a16="http://schemas.microsoft.com/office/drawing/2014/main" id="{AC208250-07EC-44A2-81BC-48F6E463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039100"/>
            <a:ext cx="695325" cy="6953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AC9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item3-tick1">
            <a:extLst xmlns:a="http://schemas.openxmlformats.org/drawingml/2006/main">
              <a:ext uri="{FF2B5EF4-FFF2-40B4-BE49-F238E27FC236}">
                <a16:creationId xmlns:a16="http://schemas.microsoft.com/office/drawing/2014/main" id="{8B7B4746-8147-418A-B1AD-057C9610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8382000"/>
            <a:ext cx="13335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13D3B"/>
            </a:solidFill>
            <a:prstDash val="solid"/>
          </a:ln>
        </p:spPr>
      </p:sp>
      <p:sp>
        <p:nvSpPr>
          <p:cNvPr id="18" name="item3-tick2">
            <a:extLst xmlns:a="http://schemas.openxmlformats.org/drawingml/2006/main">
              <a:ext uri="{FF2B5EF4-FFF2-40B4-BE49-F238E27FC236}">
                <a16:creationId xmlns:a16="http://schemas.microsoft.com/office/drawing/2014/main" id="{DC87E20B-95C7-44FB-83FF-EB255591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52525" y="8229600"/>
            <a:ext cx="219075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13D3B"/>
            </a:solidFill>
            <a:prstDash val="solid"/>
          </a:ln>
        </p:spPr>
      </p:sp>
      <p:sp>
        <p:nvSpPr>
          <p:cNvPr id="19" name="item3-title">
            <a:extLst xmlns:a="http://schemas.openxmlformats.org/drawingml/2006/main">
              <a:ext uri="{FF2B5EF4-FFF2-40B4-BE49-F238E27FC236}">
                <a16:creationId xmlns:a16="http://schemas.microsoft.com/office/drawing/2014/main" id="{A1B5FD1A-3FF2-4D29-87B3-E244DA6A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8048625"/>
            <a:ext cx="7524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213D3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213D3B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213D3B"/>
                </a:solidFill>
                <a:latin typeface="Segoe UI"/>
                <a:ea typeface="Segoe UI"/>
                <a:cs typeface="Segoe UI"/>
              </a:rPr>
              <a:t>Ulubiona zabawka</a:t>
            </a:r>
          </a:p>
        </p:txBody>
      </p:sp>
      <p:sp>
        <p:nvSpPr>
          <p:cNvPr id="20" name="item3-body">
            <a:extLst xmlns:a="http://schemas.openxmlformats.org/drawingml/2006/main">
              <a:ext uri="{FF2B5EF4-FFF2-40B4-BE49-F238E27FC236}">
                <a16:creationId xmlns:a16="http://schemas.microsoft.com/office/drawing/2014/main" id="{49142C92-89A7-4116-95A1-FE7260CFA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8696325"/>
            <a:ext cx="7524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B6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526B65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526B65"/>
                </a:solidFill>
                <a:latin typeface="Segoe UI"/>
                <a:ea typeface="Segoe UI"/>
                <a:cs typeface="Segoe UI"/>
              </a:rPr>
              <a:t>Wybierz tę, którą chcesz mieć przy sobie.</a:t>
            </a:r>
          </a:p>
        </p:txBody>
      </p:sp>
      <p:sp>
        <p:nvSpPr>
          <p:cNvPr id="21" name="note">
            <a:extLst xmlns:a="http://schemas.openxmlformats.org/drawingml/2006/main">
              <a:ext uri="{FF2B5EF4-FFF2-40B4-BE49-F238E27FC236}">
                <a16:creationId xmlns:a16="http://schemas.microsoft.com/office/drawing/2014/main" id="{65E8E356-D829-4BD4-ABA5-4E90C09C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106025"/>
            <a:ext cx="86106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526B6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526B65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526B65"/>
                </a:solidFill>
                <a:latin typeface="Segoe UI"/>
                <a:ea typeface="Segoe UI"/>
                <a:cs typeface="Segoe UI"/>
              </a:rPr>
              <a:t>To przykład. Dopisz własne rzeczy</a:t>
            </a:r>
          </a:p>
          <a:p xmlns:a="http://schemas.openxmlformats.org/drawingml/2006/main">
            <a:pPr algn="l">
              <a:defRPr sz="2400" b="0">
                <a:solidFill>
                  <a:srgbClr val="526B65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526B65"/>
                </a:solidFill>
                <a:latin typeface="Segoe UI"/>
                <a:ea typeface="Segoe UI"/>
                <a:cs typeface="Segoe UI"/>
              </a:rPr>
              <a:t>i usuń te, których dziś nie potrzebujesz.</a:t>
            </a:r>
          </a:p>
        </p:txBody>
      </p:sp>
    </p:spTree>
    <p:extLst>
      <p:ext uri="{BB962C8B-B14F-4D97-AF65-F5344CB8AC3E}">
        <p14:creationId xmlns:p14="http://schemas.microsoft.com/office/powerpoint/2010/main" val="7546699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1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ries">
            <a:extLst xmlns:a="http://schemas.openxmlformats.org/drawingml/2006/main">
              <a:ext uri="{FF2B5EF4-FFF2-40B4-BE49-F238E27FC236}">
                <a16:creationId xmlns:a16="http://schemas.microsoft.com/office/drawing/2014/main" id="{49CB47D9-FCD9-4BD2-832B-2977C415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3900"/>
            <a:ext cx="8572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526B6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526B65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526B65"/>
                </a:solidFill>
                <a:latin typeface="Segoe UI"/>
                <a:ea typeface="Segoe UI"/>
                <a:cs typeface="Segoe UI"/>
              </a:rPr>
              <a:t>PRZED DRZWIAMI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FA992345-15AA-4BE8-B403-2721792C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620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526B6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526B65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526B65"/>
                </a:solidFill>
                <a:latin typeface="Segoe UI"/>
                <a:ea typeface="Segoe UI"/>
                <a:cs typeface="Segoe UI"/>
              </a:rPr>
              <a:t>04 / 05</a:t>
            </a:r>
          </a:p>
        </p:txBody>
      </p:sp>
      <p:sp>
        <p:nvSpPr>
          <p:cNvPr id="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AC7B97E-357E-4132-84D9-F0D02BF1A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372850"/>
            <a:ext cx="8610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DDD0"/>
            </a:solidFill>
            <a:prstDash val="solid"/>
          </a:ln>
        </p:spPr>
      </p:sp>
      <p:sp>
        <p:nvSpPr>
          <p:cNvPr id="4" name="disclosure">
            <a:extLst xmlns:a="http://schemas.openxmlformats.org/drawingml/2006/main">
              <a:ext uri="{FF2B5EF4-FFF2-40B4-BE49-F238E27FC236}">
                <a16:creationId xmlns:a16="http://schemas.microsoft.com/office/drawing/2014/main" id="{628EDAB2-7652-48AE-A178-D8B2353B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20525"/>
            <a:ext cx="861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B6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26B65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26B65"/>
                </a:solidFill>
                <a:latin typeface="Segoe UI"/>
                <a:ea typeface="Segoe UI"/>
                <a:cs typeface="Segoe UI"/>
              </a:rPr>
              <a:t>AUTORSKA PRÓBKA / FIKCYJNY BRIEF</a:t>
            </a:r>
          </a:p>
        </p:txBody>
      </p:sp>
      <p:sp>
        <p:nvSpPr>
          <p:cNvPr id="5" name="headline">
            <a:extLst xmlns:a="http://schemas.openxmlformats.org/drawingml/2006/main">
              <a:ext uri="{FF2B5EF4-FFF2-40B4-BE49-F238E27FC236}">
                <a16:creationId xmlns:a16="http://schemas.microsoft.com/office/drawing/2014/main" id="{AEF738C3-9E20-4D61-A3F3-2F864680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38375"/>
            <a:ext cx="8572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300" b="1">
                <a:solidFill>
                  <a:srgbClr val="213D3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6300" b="1">
                <a:solidFill>
                  <a:srgbClr val="213D3B"/>
                </a:solidFill>
                <a:latin typeface="Segoe UI"/>
                <a:ea typeface="Segoe UI"/>
                <a:cs typeface="Segoe UI"/>
              </a:defRPr>
            </a:pPr>
            <a:r>
              <a:rPr sz="6300" b="1">
                <a:solidFill>
                  <a:srgbClr val="213D3B"/>
                </a:solidFill>
                <a:latin typeface="Segoe UI"/>
                <a:ea typeface="Segoe UI"/>
                <a:cs typeface="Segoe UI"/>
              </a:rPr>
              <a:t>Klucze mają</a:t>
            </a:r>
          </a:p>
          <a:p xmlns:a="http://schemas.openxmlformats.org/drawingml/2006/main">
            <a:pPr algn="l">
              <a:defRPr sz="6300" b="1">
                <a:solidFill>
                  <a:srgbClr val="213D3B"/>
                </a:solidFill>
                <a:latin typeface="Segoe UI"/>
                <a:ea typeface="Segoe UI"/>
                <a:cs typeface="Segoe UI"/>
              </a:defRPr>
            </a:pPr>
            <a:r>
              <a:rPr sz="6300" b="1">
                <a:solidFill>
                  <a:srgbClr val="213D3B"/>
                </a:solidFill>
                <a:latin typeface="Segoe UI"/>
                <a:ea typeface="Segoe UI"/>
                <a:cs typeface="Segoe UI"/>
              </a:rPr>
              <a:t>swój adres</a:t>
            </a:r>
          </a:p>
        </p:txBody>
      </p:sp>
      <p:sp>
        <p:nvSpPr>
          <p:cNvPr id="6" name="key-head">
            <a:extLst xmlns:a="http://schemas.openxmlformats.org/drawingml/2006/main">
              <a:ext uri="{FF2B5EF4-FFF2-40B4-BE49-F238E27FC236}">
                <a16:creationId xmlns:a16="http://schemas.microsoft.com/office/drawing/2014/main" id="{10796D76-594E-4C9C-83A4-97649019B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219700"/>
            <a:ext cx="1781175" cy="17811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14325">
            <a:solidFill>
              <a:srgbClr val="D4AD60"/>
            </a:solidFill>
            <a:prstDash val="solid"/>
          </a:ln>
        </p:spPr>
      </p:sp>
      <p:sp>
        <p:nvSpPr>
          <p:cNvPr id="7" name="key-stem">
            <a:extLst xmlns:a="http://schemas.openxmlformats.org/drawingml/2006/main">
              <a:ext uri="{FF2B5EF4-FFF2-40B4-BE49-F238E27FC236}">
                <a16:creationId xmlns:a16="http://schemas.microsoft.com/office/drawing/2014/main" id="{61391ADA-CDF1-4CF4-96E0-980B9956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2178" y="6791325"/>
            <a:ext cx="303848" cy="2671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D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key-tooth1">
            <a:extLst xmlns:a="http://schemas.openxmlformats.org/drawingml/2006/main">
              <a:ext uri="{FF2B5EF4-FFF2-40B4-BE49-F238E27FC236}">
                <a16:creationId xmlns:a16="http://schemas.microsoft.com/office/drawing/2014/main" id="{61CE82CA-7873-4DC1-843D-FA67ABBC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8121968"/>
            <a:ext cx="838200" cy="3562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D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key-tooth2">
            <a:extLst xmlns:a="http://schemas.openxmlformats.org/drawingml/2006/main">
              <a:ext uri="{FF2B5EF4-FFF2-40B4-BE49-F238E27FC236}">
                <a16:creationId xmlns:a16="http://schemas.microsoft.com/office/drawing/2014/main" id="{AC86312B-60D2-4AD1-9A0E-EC3E94CE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9064943"/>
            <a:ext cx="618173" cy="335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D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ody1">
            <a:extLst xmlns:a="http://schemas.openxmlformats.org/drawingml/2006/main">
              <a:ext uri="{FF2B5EF4-FFF2-40B4-BE49-F238E27FC236}">
                <a16:creationId xmlns:a16="http://schemas.microsoft.com/office/drawing/2014/main" id="{43B8AF4B-DA1A-4B67-AB85-B48DE65E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219700"/>
            <a:ext cx="49053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213D3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213D3B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213D3B"/>
                </a:solidFill>
                <a:latin typeface="Segoe UI"/>
                <a:ea typeface="Segoe UI"/>
                <a:cs typeface="Segoe UI"/>
              </a:rPr>
              <a:t>Jedno umówione</a:t>
            </a:r>
          </a:p>
          <a:p xmlns:a="http://schemas.openxmlformats.org/drawingml/2006/main">
            <a:pPr algn="l">
              <a:defRPr sz="2925" b="1">
                <a:solidFill>
                  <a:srgbClr val="213D3B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213D3B"/>
                </a:solidFill>
                <a:latin typeface="Segoe UI"/>
                <a:ea typeface="Segoe UI"/>
                <a:cs typeface="Segoe UI"/>
              </a:rPr>
              <a:t>miejsce na klucze.</a:t>
            </a:r>
          </a:p>
        </p:txBody>
      </p:sp>
      <p:sp>
        <p:nvSpPr>
          <p:cNvPr id="11" name="body2">
            <a:extLst xmlns:a="http://schemas.openxmlformats.org/drawingml/2006/main">
              <a:ext uri="{FF2B5EF4-FFF2-40B4-BE49-F238E27FC236}">
                <a16:creationId xmlns:a16="http://schemas.microsoft.com/office/drawing/2014/main" id="{7185CB6C-D182-4AD5-A71A-9D918FF1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943725"/>
            <a:ext cx="4905375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213D3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213D3B"/>
                </a:solidFill>
                <a:latin typeface="Segoe UI"/>
                <a:ea typeface="Segoe UI"/>
                <a:cs typeface="Segoe UI"/>
              </a:defRPr>
            </a:pPr>
            <a:r>
              <a:rPr sz="2550" b="0">
                <a:solidFill>
                  <a:srgbClr val="213D3B"/>
                </a:solidFill>
                <a:latin typeface="Segoe UI"/>
                <a:ea typeface="Segoe UI"/>
                <a:cs typeface="Segoe UI"/>
              </a:rPr>
              <a:t>Może to być miseczka</a:t>
            </a:r>
          </a:p>
          <a:p xmlns:a="http://schemas.openxmlformats.org/drawingml/2006/main">
            <a:pPr algn="l">
              <a:defRPr sz="2550" b="0">
                <a:solidFill>
                  <a:srgbClr val="213D3B"/>
                </a:solidFill>
                <a:latin typeface="Segoe UI"/>
                <a:ea typeface="Segoe UI"/>
                <a:cs typeface="Segoe UI"/>
              </a:defRPr>
            </a:pPr>
            <a:r>
              <a:rPr sz="2550" b="0">
                <a:solidFill>
                  <a:srgbClr val="213D3B"/>
                </a:solidFill>
                <a:latin typeface="Segoe UI"/>
                <a:ea typeface="Segoe UI"/>
                <a:cs typeface="Segoe UI"/>
              </a:rPr>
              <a:t>przy wejściu albo</a:t>
            </a:r>
          </a:p>
          <a:p xmlns:a="http://schemas.openxmlformats.org/drawingml/2006/main">
            <a:pPr algn="l">
              <a:defRPr sz="2550" b="0">
                <a:solidFill>
                  <a:srgbClr val="213D3B"/>
                </a:solidFill>
                <a:latin typeface="Segoe UI"/>
                <a:ea typeface="Segoe UI"/>
                <a:cs typeface="Segoe UI"/>
              </a:defRPr>
            </a:pPr>
            <a:r>
              <a:rPr sz="2550" b="0">
                <a:solidFill>
                  <a:srgbClr val="213D3B"/>
                </a:solidFill>
                <a:latin typeface="Segoe UI"/>
                <a:ea typeface="Segoe UI"/>
                <a:cs typeface="Segoe UI"/>
              </a:rPr>
              <a:t>konkretna kieszeń.</a:t>
            </a:r>
          </a:p>
        </p:txBody>
      </p:sp>
      <p:sp>
        <p:nvSpPr>
          <p:cNvPr id="12" name="body3">
            <a:extLst xmlns:a="http://schemas.openxmlformats.org/drawingml/2006/main">
              <a:ext uri="{FF2B5EF4-FFF2-40B4-BE49-F238E27FC236}">
                <a16:creationId xmlns:a16="http://schemas.microsoft.com/office/drawing/2014/main" id="{CFB25E44-36A8-4B0B-A523-8103152A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9201150"/>
            <a:ext cx="4905375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526B6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526B65"/>
                </a:solidFill>
                <a:latin typeface="Segoe UI"/>
                <a:ea typeface="Segoe UI"/>
                <a:cs typeface="Segoe UI"/>
              </a:defRPr>
            </a:pPr>
            <a:r>
              <a:rPr sz="2550" b="0">
                <a:solidFill>
                  <a:srgbClr val="526B65"/>
                </a:solidFill>
                <a:latin typeface="Segoe UI"/>
                <a:ea typeface="Segoe UI"/>
                <a:cs typeface="Segoe UI"/>
              </a:rPr>
              <a:t>Po powrocie odłóż</a:t>
            </a:r>
          </a:p>
          <a:p xmlns:a="http://schemas.openxmlformats.org/drawingml/2006/main">
            <a:pPr algn="l">
              <a:defRPr sz="2550" b="0">
                <a:solidFill>
                  <a:srgbClr val="526B65"/>
                </a:solidFill>
                <a:latin typeface="Segoe UI"/>
                <a:ea typeface="Segoe UI"/>
                <a:cs typeface="Segoe UI"/>
              </a:defRPr>
            </a:pPr>
            <a:r>
              <a:rPr sz="2550" b="0">
                <a:solidFill>
                  <a:srgbClr val="526B65"/>
                </a:solidFill>
                <a:latin typeface="Segoe UI"/>
                <a:ea typeface="Segoe UI"/>
                <a:cs typeface="Segoe UI"/>
              </a:rPr>
              <a:t>je właśnie tam.</a:t>
            </a:r>
          </a:p>
        </p:txBody>
      </p:sp>
    </p:spTree>
    <p:extLst>
      <p:ext uri="{BB962C8B-B14F-4D97-AF65-F5344CB8AC3E}">
        <p14:creationId xmlns:p14="http://schemas.microsoft.com/office/powerpoint/2010/main" val="16906881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1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eries">
            <a:extLst xmlns:a="http://schemas.openxmlformats.org/drawingml/2006/main">
              <a:ext uri="{FF2B5EF4-FFF2-40B4-BE49-F238E27FC236}">
                <a16:creationId xmlns:a16="http://schemas.microsoft.com/office/drawing/2014/main" id="{8125B437-B21B-474D-B905-BD9A6ED5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3900"/>
            <a:ext cx="8572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526B6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526B65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526B65"/>
                </a:solidFill>
                <a:latin typeface="Segoe UI"/>
                <a:ea typeface="Segoe UI"/>
                <a:cs typeface="Segoe UI"/>
              </a:rPr>
              <a:t>PRZED DRZWIAMI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35F39846-590B-4B42-929B-B0FD6CC6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620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526B6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526B65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526B65"/>
                </a:solidFill>
                <a:latin typeface="Segoe UI"/>
                <a:ea typeface="Segoe UI"/>
                <a:cs typeface="Segoe UI"/>
              </a:rPr>
              <a:t>05 / 05</a:t>
            </a:r>
          </a:p>
        </p:txBody>
      </p:sp>
      <p:sp>
        <p:nvSpPr>
          <p:cNvPr id="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0A41781-5742-4DE2-9F30-3CFB709C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372850"/>
            <a:ext cx="8610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DDD0"/>
            </a:solidFill>
            <a:prstDash val="solid"/>
          </a:ln>
        </p:spPr>
      </p:sp>
      <p:sp>
        <p:nvSpPr>
          <p:cNvPr id="4" name="disclosure">
            <a:extLst xmlns:a="http://schemas.openxmlformats.org/drawingml/2006/main">
              <a:ext uri="{FF2B5EF4-FFF2-40B4-BE49-F238E27FC236}">
                <a16:creationId xmlns:a16="http://schemas.microsoft.com/office/drawing/2014/main" id="{5562D255-2DCB-40E9-AC34-1624D57D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20525"/>
            <a:ext cx="861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B6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26B65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26B65"/>
                </a:solidFill>
                <a:latin typeface="Segoe UI"/>
                <a:ea typeface="Segoe UI"/>
                <a:cs typeface="Segoe UI"/>
              </a:rPr>
              <a:t>AUTORSKA PRÓBKA / FIKCYJNY BRIEF</a:t>
            </a:r>
          </a:p>
        </p:txBody>
      </p:sp>
      <p:sp>
        <p:nvSpPr>
          <p:cNvPr id="5" name="headline">
            <a:extLst xmlns:a="http://schemas.openxmlformats.org/drawingml/2006/main">
              <a:ext uri="{FF2B5EF4-FFF2-40B4-BE49-F238E27FC236}">
                <a16:creationId xmlns:a16="http://schemas.microsoft.com/office/drawing/2014/main" id="{652AC178-35C8-4E7B-BD8C-B7487861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38375"/>
            <a:ext cx="86106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700" b="1">
                <a:solidFill>
                  <a:srgbClr val="213D3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5700" b="1">
                <a:solidFill>
                  <a:srgbClr val="213D3B"/>
                </a:solidFill>
                <a:latin typeface="Segoe UI"/>
                <a:ea typeface="Segoe UI"/>
                <a:cs typeface="Segoe UI"/>
              </a:defRPr>
            </a:pPr>
            <a:r>
              <a:rPr sz="5700" b="1">
                <a:solidFill>
                  <a:srgbClr val="213D3B"/>
                </a:solidFill>
                <a:latin typeface="Segoe UI"/>
                <a:ea typeface="Segoe UI"/>
                <a:cs typeface="Segoe UI"/>
              </a:rPr>
              <a:t>Przed drzwiami:</a:t>
            </a:r>
          </a:p>
          <a:p xmlns:a="http://schemas.openxmlformats.org/drawingml/2006/main">
            <a:pPr algn="l">
              <a:defRPr sz="5700" b="1">
                <a:solidFill>
                  <a:srgbClr val="213D3B"/>
                </a:solidFill>
                <a:latin typeface="Segoe UI"/>
                <a:ea typeface="Segoe UI"/>
                <a:cs typeface="Segoe UI"/>
              </a:defRPr>
            </a:pPr>
            <a:r>
              <a:rPr sz="5700" b="1">
                <a:solidFill>
                  <a:srgbClr val="213D3B"/>
                </a:solidFill>
                <a:latin typeface="Segoe UI"/>
                <a:ea typeface="Segoe UI"/>
                <a:cs typeface="Segoe UI"/>
              </a:rPr>
              <a:t>Twoja mini-lista</a:t>
            </a:r>
          </a:p>
        </p:txBody>
      </p:sp>
      <p:sp>
        <p:nvSpPr>
          <p:cNvPr id="6" name="check1-circle">
            <a:extLst xmlns:a="http://schemas.openxmlformats.org/drawingml/2006/main">
              <a:ext uri="{FF2B5EF4-FFF2-40B4-BE49-F238E27FC236}">
                <a16:creationId xmlns:a16="http://schemas.microsoft.com/office/drawing/2014/main" id="{CFCA97A7-8ECE-45C8-964C-92381AE8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62525"/>
            <a:ext cx="695325" cy="6953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AC9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heck1-tick1">
            <a:extLst xmlns:a="http://schemas.openxmlformats.org/drawingml/2006/main">
              <a:ext uri="{FF2B5EF4-FFF2-40B4-BE49-F238E27FC236}">
                <a16:creationId xmlns:a16="http://schemas.microsoft.com/office/drawing/2014/main" id="{3E5825B0-A12E-4A68-88E7-F0F5B917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305425"/>
            <a:ext cx="13335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13D3B"/>
            </a:solidFill>
            <a:prstDash val="solid"/>
          </a:ln>
        </p:spPr>
      </p:sp>
      <p:sp>
        <p:nvSpPr>
          <p:cNvPr id="8" name="check1-tick2">
            <a:extLst xmlns:a="http://schemas.openxmlformats.org/drawingml/2006/main">
              <a:ext uri="{FF2B5EF4-FFF2-40B4-BE49-F238E27FC236}">
                <a16:creationId xmlns:a16="http://schemas.microsoft.com/office/drawing/2014/main" id="{B5CF3201-2D18-4AB2-8723-2B793C6F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52525" y="5153025"/>
            <a:ext cx="219075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13D3B"/>
            </a:solidFill>
            <a:prstDash val="solid"/>
          </a:ln>
        </p:spPr>
      </p:sp>
      <p:sp>
        <p:nvSpPr>
          <p:cNvPr id="9" name="check1-text">
            <a:extLst xmlns:a="http://schemas.openxmlformats.org/drawingml/2006/main">
              <a:ext uri="{FF2B5EF4-FFF2-40B4-BE49-F238E27FC236}">
                <a16:creationId xmlns:a16="http://schemas.microsoft.com/office/drawing/2014/main" id="{651380E6-E81F-4C02-8AA8-5621D8E7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48250"/>
            <a:ext cx="7524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13D3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13D3B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213D3B"/>
                </a:solidFill>
                <a:latin typeface="Segoe UI"/>
                <a:ea typeface="Segoe UI"/>
                <a:cs typeface="Segoe UI"/>
              </a:rPr>
              <a:t>Torba jest pod ręką.</a:t>
            </a:r>
          </a:p>
        </p:txBody>
      </p:sp>
      <p:sp>
        <p:nvSpPr>
          <p:cNvPr id="10" name="check2-circle">
            <a:extLst xmlns:a="http://schemas.openxmlformats.org/drawingml/2006/main">
              <a:ext uri="{FF2B5EF4-FFF2-40B4-BE49-F238E27FC236}">
                <a16:creationId xmlns:a16="http://schemas.microsoft.com/office/drawing/2014/main" id="{1E2FFB15-E8B8-459B-8D63-01ED8B67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0"/>
            <a:ext cx="695325" cy="6953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AC9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heck2-tick1">
            <a:extLst xmlns:a="http://schemas.openxmlformats.org/drawingml/2006/main">
              <a:ext uri="{FF2B5EF4-FFF2-40B4-BE49-F238E27FC236}">
                <a16:creationId xmlns:a16="http://schemas.microsoft.com/office/drawing/2014/main" id="{422A337F-601A-4B13-BDF1-450B9DAB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6629400"/>
            <a:ext cx="13335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13D3B"/>
            </a:solidFill>
            <a:prstDash val="solid"/>
          </a:ln>
        </p:spPr>
      </p:sp>
      <p:sp>
        <p:nvSpPr>
          <p:cNvPr id="12" name="check2-tick2">
            <a:extLst xmlns:a="http://schemas.openxmlformats.org/drawingml/2006/main">
              <a:ext uri="{FF2B5EF4-FFF2-40B4-BE49-F238E27FC236}">
                <a16:creationId xmlns:a16="http://schemas.microsoft.com/office/drawing/2014/main" id="{80885124-93C2-4C32-BEF0-89235AD1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52525" y="6477000"/>
            <a:ext cx="219075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13D3B"/>
            </a:solidFill>
            <a:prstDash val="solid"/>
          </a:ln>
        </p:spPr>
      </p:sp>
      <p:sp>
        <p:nvSpPr>
          <p:cNvPr id="13" name="check2-text">
            <a:extLst xmlns:a="http://schemas.openxmlformats.org/drawingml/2006/main">
              <a:ext uri="{FF2B5EF4-FFF2-40B4-BE49-F238E27FC236}">
                <a16:creationId xmlns:a16="http://schemas.microsoft.com/office/drawing/2014/main" id="{BA823341-11DA-47B4-A01D-06BBA249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372225"/>
            <a:ext cx="7524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213D3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213D3B"/>
                </a:solidFill>
                <a:latin typeface="Segoe UI"/>
                <a:ea typeface="Segoe UI"/>
                <a:cs typeface="Segoe UI"/>
              </a:defRPr>
            </a:pPr>
            <a:r>
              <a:rPr sz="2550" b="0">
                <a:solidFill>
                  <a:srgbClr val="213D3B"/>
                </a:solidFill>
                <a:latin typeface="Segoe UI"/>
                <a:ea typeface="Segoe UI"/>
                <a:cs typeface="Segoe UI"/>
              </a:rPr>
              <a:t>Rzeczy z mojej listy są w środku.</a:t>
            </a:r>
          </a:p>
        </p:txBody>
      </p:sp>
      <p:sp>
        <p:nvSpPr>
          <p:cNvPr id="14" name="check3-circle">
            <a:extLst xmlns:a="http://schemas.openxmlformats.org/drawingml/2006/main">
              <a:ext uri="{FF2B5EF4-FFF2-40B4-BE49-F238E27FC236}">
                <a16:creationId xmlns:a16="http://schemas.microsoft.com/office/drawing/2014/main" id="{9A0353F6-3FDD-401C-8BC0-A0187587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610475"/>
            <a:ext cx="695325" cy="6953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AC9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heck3-tick1">
            <a:extLst xmlns:a="http://schemas.openxmlformats.org/drawingml/2006/main">
              <a:ext uri="{FF2B5EF4-FFF2-40B4-BE49-F238E27FC236}">
                <a16:creationId xmlns:a16="http://schemas.microsoft.com/office/drawing/2014/main" id="{FDADAC27-4171-4D2F-8C2F-EDB43F6B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7953375"/>
            <a:ext cx="13335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13D3B"/>
            </a:solidFill>
            <a:prstDash val="solid"/>
          </a:ln>
        </p:spPr>
      </p:sp>
      <p:sp>
        <p:nvSpPr>
          <p:cNvPr id="16" name="check3-tick2">
            <a:extLst xmlns:a="http://schemas.openxmlformats.org/drawingml/2006/main">
              <a:ext uri="{FF2B5EF4-FFF2-40B4-BE49-F238E27FC236}">
                <a16:creationId xmlns:a16="http://schemas.microsoft.com/office/drawing/2014/main" id="{9C160A77-2E8F-447E-AD59-A5704E0C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52525" y="7800975"/>
            <a:ext cx="219075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13D3B"/>
            </a:solidFill>
            <a:prstDash val="solid"/>
          </a:ln>
        </p:spPr>
      </p:sp>
      <p:sp>
        <p:nvSpPr>
          <p:cNvPr id="17" name="check3-text">
            <a:extLst xmlns:a="http://schemas.openxmlformats.org/drawingml/2006/main">
              <a:ext uri="{FF2B5EF4-FFF2-40B4-BE49-F238E27FC236}">
                <a16:creationId xmlns:a16="http://schemas.microsoft.com/office/drawing/2014/main" id="{AB59B665-9492-4FBD-B76D-741EE69C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7696200"/>
            <a:ext cx="7524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213D3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213D3B"/>
                </a:solidFill>
                <a:latin typeface="Segoe UI"/>
                <a:ea typeface="Segoe UI"/>
                <a:cs typeface="Segoe UI"/>
              </a:defRPr>
            </a:pPr>
            <a:r>
              <a:rPr sz="2550" b="0">
                <a:solidFill>
                  <a:srgbClr val="213D3B"/>
                </a:solidFill>
                <a:latin typeface="Segoe UI"/>
                <a:ea typeface="Segoe UI"/>
                <a:cs typeface="Segoe UI"/>
              </a:rPr>
              <a:t>Klucze zabieram ze swojego miejsca.</a:t>
            </a:r>
          </a:p>
        </p:txBody>
      </p:sp>
      <p:sp>
        <p:nvSpPr>
          <p:cNvPr id="18" name="cta">
            <a:extLst xmlns:a="http://schemas.openxmlformats.org/drawingml/2006/main">
              <a:ext uri="{FF2B5EF4-FFF2-40B4-BE49-F238E27FC236}">
                <a16:creationId xmlns:a16="http://schemas.microsoft.com/office/drawing/2014/main" id="{1790446C-509C-4A9E-BF18-384C2CBC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39275"/>
            <a:ext cx="857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213D3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213D3B"/>
                </a:solidFill>
                <a:latin typeface="Segoe UI"/>
                <a:ea typeface="Segoe UI"/>
                <a:cs typeface="Segoe UI"/>
              </a:defRPr>
            </a:pPr>
            <a:r>
              <a:rPr sz="4200" b="1">
                <a:solidFill>
                  <a:srgbClr val="213D3B"/>
                </a:solidFill>
                <a:latin typeface="Segoe UI"/>
                <a:ea typeface="Segoe UI"/>
                <a:cs typeface="Segoe UI"/>
              </a:rPr>
              <a:t>Zapisz swoją listę.</a:t>
            </a:r>
          </a:p>
        </p:txBody>
      </p:sp>
      <p:sp>
        <p:nvSpPr>
          <p:cNvPr id="19" name="question">
            <a:extLst xmlns:a="http://schemas.openxmlformats.org/drawingml/2006/main">
              <a:ext uri="{FF2B5EF4-FFF2-40B4-BE49-F238E27FC236}">
                <a16:creationId xmlns:a16="http://schemas.microsoft.com/office/drawing/2014/main" id="{C63795BC-F698-4642-945B-6DEAE60F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40130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526B6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526B65"/>
                </a:solidFill>
                <a:latin typeface="Segoe UI"/>
                <a:ea typeface="Segoe UI"/>
                <a:cs typeface="Segoe UI"/>
              </a:defRPr>
            </a:pPr>
            <a:r>
              <a:rPr sz="2325" b="0">
                <a:solidFill>
                  <a:srgbClr val="526B65"/>
                </a:solidFill>
                <a:latin typeface="Segoe UI"/>
                <a:ea typeface="Segoe UI"/>
                <a:cs typeface="Segoe UI"/>
              </a:rPr>
              <a:t>Co dopiszesz przed następnym wyjściem?</a:t>
            </a:r>
          </a:p>
        </p:txBody>
      </p:sp>
    </p:spTree>
    <p:extLst>
      <p:ext uri="{BB962C8B-B14F-4D97-AF65-F5344CB8AC3E}">
        <p14:creationId xmlns:p14="http://schemas.microsoft.com/office/powerpoint/2010/main" val="10743032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2026-10-12T21:03:04.5820000Z</dcterms:created>
  <dcterms:modified xsi:type="dcterms:W3CDTF">2026-10-12T21:03:04.5820000Z</dcterms:modified>
</coreProperties>
</file>