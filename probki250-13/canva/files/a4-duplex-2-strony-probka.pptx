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2ba09f23374213" /><Relationship Type="http://schemas.openxmlformats.org/officeDocument/2006/relationships/extended-properties" Target="/docProps/app.xml" Id="R039fba2c3104468e" /><Relationship Type="http://schemas.openxmlformats.org/officeDocument/2006/relationships/officeDocument" Target="/ppt/presentation.xml" Id="R05869082d964477b" /></Relationships>
</file>

<file path=ppt/presentation.xml><?xml version="1.0" encoding="utf-8"?>
<p:presentation xmlns:p="http://schemas.openxmlformats.org/presentationml/2006/main">
  <p:sldMasterIdLst>
    <p:sldMasterId xmlns:r="http://schemas.openxmlformats.org/officeDocument/2006/relationships" id="2147483648" r:id="R6022b4682d434c26"/>
  </p:sldMasterIdLst>
  <p:notesMasterIdLst>
    <p:notesMasterId xmlns:r="http://schemas.openxmlformats.org/officeDocument/2006/relationships" r:id="R2c9ae865273b446e"/>
  </p:notesMasterIdLst>
  <p:sldIdLst>
    <p:sldId xmlns:r="http://schemas.openxmlformats.org/officeDocument/2006/relationships" id="256" r:id="R632ac25503894529"/>
    <p:sldId xmlns:r="http://schemas.openxmlformats.org/officeDocument/2006/relationships" id="257" r:id="Rb9fc620471cf465b"/>
  </p:sldIdLst>
  <p:sldSz cx="10692000" cy="7560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ec2cf926774ca8" /><Relationship Type="http://schemas.openxmlformats.org/officeDocument/2006/relationships/slideMaster" Target="/ppt/slideMasters/slideMaster1.xml" Id="R6022b4682d434c26" /><Relationship Type="http://schemas.openxmlformats.org/officeDocument/2006/relationships/notesMaster" Target="/ppt/notesMasters/notesMaster1.xml" Id="R2c9ae865273b446e" /><Relationship Type="http://schemas.openxmlformats.org/officeDocument/2006/relationships/presProps" Target="/ppt/presProps.xml" Id="Ra570444900704c42" /><Relationship Type="http://schemas.openxmlformats.org/officeDocument/2006/relationships/tableStyles" Target="/ppt/tableStyles.xml" Id="R224eea5800b34455" /><Relationship Type="http://schemas.openxmlformats.org/officeDocument/2006/relationships/slide" Target="/ppt/slides/slide1.xml" Id="R632ac25503894529" /><Relationship Type="http://schemas.openxmlformats.org/officeDocument/2006/relationships/slide" Target="/ppt/slides/slide2.xml" Id="Rb9fc620471cf46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870c92257344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58eb07c4e04554" /><Relationship Type="http://schemas.openxmlformats.org/officeDocument/2006/relationships/notesMaster" Target="/ppt/notesMasters/notesMaster1.xml" Id="R941bf3e4c950488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96aff5fe9e74267" /><Relationship Type="http://schemas.openxmlformats.org/officeDocument/2006/relationships/notesMaster" Target="/ppt/notesMasters/notesMaster1.xml" Id="R08c8caf7590145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Własna fikcyjna próbka, nie projekt klienta. A4 poziome 297 x 210 mm. Przód arkusza: A5 strona 1 lewa, A5 strona 3 prawa. Teksty, linie i tabela są native editable. Brak pełnospadowej treści: bezpieczeństwo wewnętrznego układu 10 mm. Sekwencję i tryb duplex trzeba zatwierdzić na fizycznym proofie po Canva import.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Własna fikcyjna próbka. Tył arkusza A4: LEWA połowa całkowicie pusta jako rewers A5 strony 3, PRAWA połowa A5 strona 2. Nie dodawać numeru ani oznaczenia do pustego rewersu. Układ zakłada odwrócenie arkusza wokół krótkiej krawędzi pionowej. Ostateczny sterownik drukarki i kierunek druku wymagają fizycznej próbki. Nie jest to gotowy Canva ani drukarski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21decf36974a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3597c4c264c4b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e369609731241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af92e3fc024d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ab198155372404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cc20aba93944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B376C5-44DB-4784-B8E9-826A6C6639AA}"/>
              </a:ext>
            </a:extLst>
          </p:cNvPr>
          <p:cNvSpPr>
            <a:spLocks xmlns:a="http://schemas.openxmlformats.org/drawingml/2006/main" noGrp="1"/>
          </p:cNvSpPr>
          <p:nvPr>
            <p:ph type="title" idx="0"/>
          </p:nvPr>
        </p:nvSpPr>
        <p:spPr>
          <a:xfrm xmlns:a="http://schemas.openxmlformats.org/drawingml/2006/main">
            <a:off x="1069200" y="2856000"/>
            <a:ext cx="8553600" cy="109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9"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6A616E-C792-4774-9B9A-32D5BB86500B}"/>
              </a:ext>
            </a:extLst>
          </p:cNvPr>
          <p:cNvSpPr>
            <a:spLocks xmlns:a="http://schemas.openxmlformats.org/drawingml/2006/main" noGrp="1"/>
          </p:cNvSpPr>
          <p:nvPr>
            <p:ph type="subTitle" idx="1"/>
          </p:nvPr>
        </p:nvSpPr>
        <p:spPr>
          <a:xfrm xmlns:a="http://schemas.openxmlformats.org/drawingml/2006/main">
            <a:off x="1603800" y="4158000"/>
            <a:ext cx="7484400" cy="840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842"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3CC2BED-E1A0-48B3-9335-21B475E119C9}"/>
              </a:ext>
            </a:extLst>
          </p:cNvPr>
          <p:cNvSpPr>
            <a:spLocks xmlns:a="http://schemas.openxmlformats.org/drawingml/2006/main" noGrp="1"/>
          </p:cNvSpPr>
          <p:nvPr>
            <p:ph type="title" idx="0"/>
          </p:nvPr>
        </p:nvSpPr>
        <p:spPr>
          <a:xfrm xmlns:a="http://schemas.openxmlformats.org/drawingml/2006/main">
            <a:off x="1069200" y="3150000"/>
            <a:ext cx="8553600" cy="1260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83"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20BF0E-33A8-4687-99EB-1CDB13BCF720}"/>
              </a:ext>
            </a:extLst>
          </p:cNvPr>
          <p:cNvSpPr>
            <a:spLocks xmlns:a="http://schemas.openxmlformats.org/drawingml/2006/main" noGrp="1"/>
          </p:cNvSpPr>
          <p:nvPr>
            <p:ph type="title" idx="0"/>
          </p:nvPr>
        </p:nvSpPr>
        <p:spPr>
          <a:xfrm xmlns:a="http://schemas.openxmlformats.org/drawingml/2006/main">
            <a:off x="601425" y="588000"/>
            <a:ext cx="9489150" cy="92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FD06200-3359-4365-836D-888F2A6683AF}"/>
              </a:ext>
            </a:extLst>
          </p:cNvPr>
          <p:cNvSpPr>
            <a:spLocks xmlns:a="http://schemas.openxmlformats.org/drawingml/2006/main" noGrp="1"/>
          </p:cNvSpPr>
          <p:nvPr>
            <p:ph type="body" idx="1"/>
          </p:nvPr>
        </p:nvSpPr>
        <p:spPr>
          <a:xfrm xmlns:a="http://schemas.openxmlformats.org/drawingml/2006/main">
            <a:off x="601425" y="2100000"/>
            <a:ext cx="9489150" cy="470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73" b="0">
                <a:solidFill>
                  <a:schemeClr val="tx1"/>
                </a:solidFill>
                <a:latin typeface="+mn-lt"/>
                <a:ea typeface="+mn-lt"/>
                <a:cs typeface="+mn-lt"/>
              </a:defRPr>
            </a:defPPr>
            <a:lvl1pPr marL="200475" indent="-200475">
              <a:lnSpc>
                <a:spcPct val="110000"/>
              </a:lnSpc>
              <a:spcBef>
                <a:spcPts val="0"/>
              </a:spcBef>
              <a:spcAft>
                <a:spcPts val="1052"/>
              </a:spcAft>
              <a:buChar char="•"/>
            </a:lvl1pPr>
            <a:lvl2pPr marL="467775" indent="-200475">
              <a:lnSpc>
                <a:spcPct val="110000"/>
              </a:lnSpc>
              <a:spcBef>
                <a:spcPts val="0"/>
              </a:spcBef>
              <a:spcAft>
                <a:spcPts val="1052"/>
              </a:spcAft>
              <a:buChar char="•"/>
            </a:lvl2pPr>
            <a:lvl3pPr marL="735075" indent="-200475">
              <a:lnSpc>
                <a:spcPct val="110000"/>
              </a:lnSpc>
              <a:spcBef>
                <a:spcPts val="0"/>
              </a:spcBef>
              <a:spcAft>
                <a:spcPts val="1052"/>
              </a:spcAft>
              <a:buChar char="•"/>
            </a:lvl3pPr>
            <a:lvl4pPr marL="1002375" indent="-200475">
              <a:lnSpc>
                <a:spcPct val="110000"/>
              </a:lnSpc>
              <a:spcBef>
                <a:spcPts val="0"/>
              </a:spcBef>
              <a:spcAft>
                <a:spcPts val="1052"/>
              </a:spcAft>
              <a:buChar char="•"/>
            </a:lvl4pPr>
            <a:lvl5pPr marL="1269675" indent="-200475">
              <a:lnSpc>
                <a:spcPct val="110000"/>
              </a:lnSpc>
              <a:spcBef>
                <a:spcPts val="0"/>
              </a:spcBef>
              <a:spcAft>
                <a:spcPts val="1052"/>
              </a:spcAft>
              <a:buChar char="•"/>
            </a:lvl5pPr>
            <a:lvl6pPr marL="1536975" indent="-200475">
              <a:lnSpc>
                <a:spcPct val="110000"/>
              </a:lnSpc>
              <a:spcBef>
                <a:spcPts val="0"/>
              </a:spcBef>
              <a:spcAft>
                <a:spcPts val="1052"/>
              </a:spcAft>
              <a:buChar char="•"/>
            </a:lvl6pPr>
            <a:lvl7pPr marL="1804275" indent="-200475">
              <a:lnSpc>
                <a:spcPct val="110000"/>
              </a:lnSpc>
              <a:spcBef>
                <a:spcPts val="0"/>
              </a:spcBef>
              <a:spcAft>
                <a:spcPts val="1052"/>
              </a:spcAft>
              <a:buChar char="•"/>
            </a:lvl7pPr>
            <a:lvl8pPr marL="2071575" indent="-200475">
              <a:lnSpc>
                <a:spcPct val="110000"/>
              </a:lnSpc>
              <a:spcBef>
                <a:spcPts val="0"/>
              </a:spcBef>
              <a:spcAft>
                <a:spcPts val="1052"/>
              </a:spcAft>
              <a:buChar char="•"/>
            </a:lvl8pPr>
            <a:lvl9pPr marL="2338875" indent="-200475">
              <a:lnSpc>
                <a:spcPct val="110000"/>
              </a:lnSpc>
              <a:spcBef>
                <a:spcPts val="0"/>
              </a:spcBef>
              <a:spcAft>
                <a:spcPts val="1052"/>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6A6071-B3E6-4762-99F5-EA44C26FB345}"/>
              </a:ext>
            </a:extLst>
          </p:cNvPr>
          <p:cNvSpPr>
            <a:spLocks xmlns:a="http://schemas.openxmlformats.org/drawingml/2006/main" noGrp="1"/>
          </p:cNvSpPr>
          <p:nvPr>
            <p:ph type="title" idx="0"/>
          </p:nvPr>
        </p:nvSpPr>
        <p:spPr>
          <a:xfrm xmlns:a="http://schemas.openxmlformats.org/drawingml/2006/main">
            <a:off x="601425" y="588000"/>
            <a:ext cx="9489150" cy="92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D77861-889C-44D4-8E6A-A99807674518}"/>
              </a:ext>
            </a:extLst>
          </p:cNvPr>
          <p:cNvSpPr>
            <a:spLocks xmlns:a="http://schemas.openxmlformats.org/drawingml/2006/main" noGrp="1"/>
          </p:cNvSpPr>
          <p:nvPr>
            <p:ph type="body" idx="1"/>
          </p:nvPr>
        </p:nvSpPr>
        <p:spPr>
          <a:xfrm xmlns:a="http://schemas.openxmlformats.org/drawingml/2006/main">
            <a:off x="601425" y="2100000"/>
            <a:ext cx="4410450" cy="470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42" b="0">
                <a:solidFill>
                  <a:schemeClr val="tx1"/>
                </a:solidFill>
                <a:latin typeface="+mn-lt"/>
                <a:ea typeface="+mn-lt"/>
                <a:cs typeface="+mn-lt"/>
              </a:defRPr>
            </a:defPPr>
            <a:lvl1pPr marL="200475" indent="-200475">
              <a:lnSpc>
                <a:spcPct val="110000"/>
              </a:lnSpc>
              <a:spcBef>
                <a:spcPts val="0"/>
              </a:spcBef>
              <a:spcAft>
                <a:spcPts val="1052"/>
              </a:spcAft>
              <a:buChar char="•"/>
            </a:lvl1pPr>
            <a:lvl2pPr marL="467775" indent="-200475">
              <a:lnSpc>
                <a:spcPct val="110000"/>
              </a:lnSpc>
              <a:spcBef>
                <a:spcPts val="0"/>
              </a:spcBef>
              <a:spcAft>
                <a:spcPts val="1052"/>
              </a:spcAft>
              <a:buChar char="•"/>
            </a:lvl2pPr>
            <a:lvl3pPr marL="735075" indent="-200475">
              <a:lnSpc>
                <a:spcPct val="110000"/>
              </a:lnSpc>
              <a:spcBef>
                <a:spcPts val="0"/>
              </a:spcBef>
              <a:spcAft>
                <a:spcPts val="1052"/>
              </a:spcAft>
              <a:buChar char="•"/>
            </a:lvl3pPr>
            <a:lvl4pPr marL="1002375" indent="-200475">
              <a:lnSpc>
                <a:spcPct val="110000"/>
              </a:lnSpc>
              <a:spcBef>
                <a:spcPts val="0"/>
              </a:spcBef>
              <a:spcAft>
                <a:spcPts val="1052"/>
              </a:spcAft>
              <a:buChar char="•"/>
            </a:lvl4pPr>
            <a:lvl5pPr marL="1269675" indent="-200475">
              <a:lnSpc>
                <a:spcPct val="110000"/>
              </a:lnSpc>
              <a:spcBef>
                <a:spcPts val="0"/>
              </a:spcBef>
              <a:spcAft>
                <a:spcPts val="1052"/>
              </a:spcAft>
              <a:buChar char="•"/>
            </a:lvl5pPr>
            <a:lvl6pPr marL="1536975" indent="-200475">
              <a:lnSpc>
                <a:spcPct val="110000"/>
              </a:lnSpc>
              <a:spcBef>
                <a:spcPts val="0"/>
              </a:spcBef>
              <a:spcAft>
                <a:spcPts val="1052"/>
              </a:spcAft>
              <a:buChar char="•"/>
            </a:lvl6pPr>
            <a:lvl7pPr marL="1804275" indent="-200475">
              <a:lnSpc>
                <a:spcPct val="110000"/>
              </a:lnSpc>
              <a:spcBef>
                <a:spcPts val="0"/>
              </a:spcBef>
              <a:spcAft>
                <a:spcPts val="1052"/>
              </a:spcAft>
              <a:buChar char="•"/>
            </a:lvl7pPr>
            <a:lvl8pPr marL="2071575" indent="-200475">
              <a:lnSpc>
                <a:spcPct val="110000"/>
              </a:lnSpc>
              <a:spcBef>
                <a:spcPts val="0"/>
              </a:spcBef>
              <a:spcAft>
                <a:spcPts val="1052"/>
              </a:spcAft>
              <a:buChar char="•"/>
            </a:lvl8pPr>
            <a:lvl9pPr marL="2338875" indent="-200475">
              <a:lnSpc>
                <a:spcPct val="110000"/>
              </a:lnSpc>
              <a:spcBef>
                <a:spcPts val="0"/>
              </a:spcBef>
              <a:spcAft>
                <a:spcPts val="1052"/>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4EDC527-299E-4F9B-AAC2-E64B7ABF0840}"/>
              </a:ext>
            </a:extLst>
          </p:cNvPr>
          <p:cNvSpPr>
            <a:spLocks xmlns:a="http://schemas.openxmlformats.org/drawingml/2006/main" noGrp="1"/>
          </p:cNvSpPr>
          <p:nvPr>
            <p:ph type="body" idx="2"/>
          </p:nvPr>
        </p:nvSpPr>
        <p:spPr>
          <a:xfrm xmlns:a="http://schemas.openxmlformats.org/drawingml/2006/main">
            <a:off x="5680125" y="2100000"/>
            <a:ext cx="4410450" cy="470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842" b="0">
                <a:solidFill>
                  <a:schemeClr val="tx1"/>
                </a:solidFill>
                <a:latin typeface="+mn-lt"/>
                <a:ea typeface="+mn-lt"/>
                <a:cs typeface="+mn-lt"/>
              </a:defRPr>
            </a:defPPr>
            <a:lvl1pPr marL="200475" indent="-200475">
              <a:lnSpc>
                <a:spcPct val="110000"/>
              </a:lnSpc>
              <a:spcBef>
                <a:spcPts val="0"/>
              </a:spcBef>
              <a:spcAft>
                <a:spcPts val="1052"/>
              </a:spcAft>
              <a:buChar char="•"/>
            </a:lvl1pPr>
            <a:lvl2pPr marL="467775" indent="-200475">
              <a:lnSpc>
                <a:spcPct val="110000"/>
              </a:lnSpc>
              <a:spcBef>
                <a:spcPts val="0"/>
              </a:spcBef>
              <a:spcAft>
                <a:spcPts val="1052"/>
              </a:spcAft>
              <a:buChar char="•"/>
            </a:lvl2pPr>
            <a:lvl3pPr marL="735075" indent="-200475">
              <a:lnSpc>
                <a:spcPct val="110000"/>
              </a:lnSpc>
              <a:spcBef>
                <a:spcPts val="0"/>
              </a:spcBef>
              <a:spcAft>
                <a:spcPts val="1052"/>
              </a:spcAft>
              <a:buChar char="•"/>
            </a:lvl3pPr>
            <a:lvl4pPr marL="1002375" indent="-200475">
              <a:lnSpc>
                <a:spcPct val="110000"/>
              </a:lnSpc>
              <a:spcBef>
                <a:spcPts val="0"/>
              </a:spcBef>
              <a:spcAft>
                <a:spcPts val="1052"/>
              </a:spcAft>
              <a:buChar char="•"/>
            </a:lvl4pPr>
            <a:lvl5pPr marL="1269675" indent="-200475">
              <a:lnSpc>
                <a:spcPct val="110000"/>
              </a:lnSpc>
              <a:spcBef>
                <a:spcPts val="0"/>
              </a:spcBef>
              <a:spcAft>
                <a:spcPts val="1052"/>
              </a:spcAft>
              <a:buChar char="•"/>
            </a:lvl5pPr>
            <a:lvl6pPr marL="1536975" indent="-200475">
              <a:lnSpc>
                <a:spcPct val="110000"/>
              </a:lnSpc>
              <a:spcBef>
                <a:spcPts val="0"/>
              </a:spcBef>
              <a:spcAft>
                <a:spcPts val="1052"/>
              </a:spcAft>
              <a:buChar char="•"/>
            </a:lvl6pPr>
            <a:lvl7pPr marL="1804275" indent="-200475">
              <a:lnSpc>
                <a:spcPct val="110000"/>
              </a:lnSpc>
              <a:spcBef>
                <a:spcPts val="0"/>
              </a:spcBef>
              <a:spcAft>
                <a:spcPts val="1052"/>
              </a:spcAft>
              <a:buChar char="•"/>
            </a:lvl7pPr>
            <a:lvl8pPr marL="2071575" indent="-200475">
              <a:lnSpc>
                <a:spcPct val="110000"/>
              </a:lnSpc>
              <a:spcBef>
                <a:spcPts val="0"/>
              </a:spcBef>
              <a:spcAft>
                <a:spcPts val="1052"/>
              </a:spcAft>
              <a:buChar char="•"/>
            </a:lvl8pPr>
            <a:lvl9pPr marL="2338875" indent="-200475">
              <a:lnSpc>
                <a:spcPct val="110000"/>
              </a:lnSpc>
              <a:spcBef>
                <a:spcPts val="0"/>
              </a:spcBef>
              <a:spcAft>
                <a:spcPts val="1052"/>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966774-3149-4AC7-A09B-5614F3FBA9C0}"/>
              </a:ext>
            </a:extLst>
          </p:cNvPr>
          <p:cNvSpPr>
            <a:spLocks xmlns:a="http://schemas.openxmlformats.org/drawingml/2006/main" noGrp="1"/>
          </p:cNvSpPr>
          <p:nvPr>
            <p:ph type="title" idx="0"/>
          </p:nvPr>
        </p:nvSpPr>
        <p:spPr>
          <a:xfrm xmlns:a="http://schemas.openxmlformats.org/drawingml/2006/main">
            <a:off x="601425" y="588000"/>
            <a:ext cx="9489150" cy="92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94"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C433F1-245B-4130-9C84-A1B57343D9C0}"/>
              </a:ext>
            </a:extLst>
          </p:cNvPr>
          <p:cNvSpPr>
            <a:spLocks xmlns:a="http://schemas.openxmlformats.org/drawingml/2006/main" noGrp="1"/>
          </p:cNvSpPr>
          <p:nvPr>
            <p:ph type="body" idx="1"/>
          </p:nvPr>
        </p:nvSpPr>
        <p:spPr>
          <a:xfrm xmlns:a="http://schemas.openxmlformats.org/drawingml/2006/main">
            <a:off x="601425" y="2100000"/>
            <a:ext cx="4410450" cy="470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973" b="0">
                <a:solidFill>
                  <a:schemeClr val="tx1"/>
                </a:solidFill>
                <a:latin typeface="+mn-lt"/>
                <a:ea typeface="+mn-lt"/>
                <a:cs typeface="+mn-lt"/>
              </a:defRPr>
            </a:defPPr>
            <a:lvl1pPr marL="200475" indent="-200475">
              <a:lnSpc>
                <a:spcPct val="110000"/>
              </a:lnSpc>
              <a:spcBef>
                <a:spcPts val="0"/>
              </a:spcBef>
              <a:spcAft>
                <a:spcPts val="1052"/>
              </a:spcAft>
              <a:buChar char="•"/>
            </a:lvl1pPr>
            <a:lvl2pPr marL="467775" indent="-200475">
              <a:lnSpc>
                <a:spcPct val="110000"/>
              </a:lnSpc>
              <a:spcBef>
                <a:spcPts val="0"/>
              </a:spcBef>
              <a:spcAft>
                <a:spcPts val="1052"/>
              </a:spcAft>
              <a:buChar char="•"/>
            </a:lvl2pPr>
            <a:lvl3pPr marL="735075" indent="-200475">
              <a:lnSpc>
                <a:spcPct val="110000"/>
              </a:lnSpc>
              <a:spcBef>
                <a:spcPts val="0"/>
              </a:spcBef>
              <a:spcAft>
                <a:spcPts val="1052"/>
              </a:spcAft>
              <a:buChar char="•"/>
            </a:lvl3pPr>
            <a:lvl4pPr marL="1002375" indent="-200475">
              <a:lnSpc>
                <a:spcPct val="110000"/>
              </a:lnSpc>
              <a:spcBef>
                <a:spcPts val="0"/>
              </a:spcBef>
              <a:spcAft>
                <a:spcPts val="1052"/>
              </a:spcAft>
              <a:buChar char="•"/>
            </a:lvl4pPr>
            <a:lvl5pPr marL="1269675" indent="-200475">
              <a:lnSpc>
                <a:spcPct val="110000"/>
              </a:lnSpc>
              <a:spcBef>
                <a:spcPts val="0"/>
              </a:spcBef>
              <a:spcAft>
                <a:spcPts val="1052"/>
              </a:spcAft>
              <a:buChar char="•"/>
            </a:lvl5pPr>
            <a:lvl6pPr marL="1536975" indent="-200475">
              <a:lnSpc>
                <a:spcPct val="110000"/>
              </a:lnSpc>
              <a:spcBef>
                <a:spcPts val="0"/>
              </a:spcBef>
              <a:spcAft>
                <a:spcPts val="1052"/>
              </a:spcAft>
              <a:buChar char="•"/>
            </a:lvl6pPr>
            <a:lvl7pPr marL="1804275" indent="-200475">
              <a:lnSpc>
                <a:spcPct val="110000"/>
              </a:lnSpc>
              <a:spcBef>
                <a:spcPts val="0"/>
              </a:spcBef>
              <a:spcAft>
                <a:spcPts val="1052"/>
              </a:spcAft>
              <a:buChar char="•"/>
            </a:lvl7pPr>
            <a:lvl8pPr marL="2071575" indent="-200475">
              <a:lnSpc>
                <a:spcPct val="110000"/>
              </a:lnSpc>
              <a:spcBef>
                <a:spcPts val="0"/>
              </a:spcBef>
              <a:spcAft>
                <a:spcPts val="1052"/>
              </a:spcAft>
              <a:buChar char="•"/>
            </a:lvl8pPr>
            <a:lvl9pPr marL="2338875" indent="-200475">
              <a:lnSpc>
                <a:spcPct val="110000"/>
              </a:lnSpc>
              <a:spcBef>
                <a:spcPts val="0"/>
              </a:spcBef>
              <a:spcAft>
                <a:spcPts val="1052"/>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af48a851884ab3" /><Relationship Type="http://schemas.openxmlformats.org/officeDocument/2006/relationships/slideLayout" Target="/ppt/slideLayouts/slideLayout1.xml" Id="R95be60b387e04198" /><Relationship Type="http://schemas.openxmlformats.org/officeDocument/2006/relationships/slideLayout" Target="/ppt/slideLayouts/slideLayout2.xml" Id="R9d65ab1336d345de" /><Relationship Type="http://schemas.openxmlformats.org/officeDocument/2006/relationships/slideLayout" Target="/ppt/slideLayouts/slideLayout3.xml" Id="Re5aa663c1882400a" /><Relationship Type="http://schemas.openxmlformats.org/officeDocument/2006/relationships/slideLayout" Target="/ppt/slideLayouts/slideLayout4.xml" Id="R54533c50b5934b8c" /><Relationship Type="http://schemas.openxmlformats.org/officeDocument/2006/relationships/slideLayout" Target="/ppt/slideLayouts/slideLayout5.xml" Id="R936c012a37a647cc" /><Relationship Type="http://schemas.openxmlformats.org/officeDocument/2006/relationships/slideLayout" Target="/ppt/slideLayouts/slideLayout6.xml" Id="Rd89bfbfaa53b40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be60b387e04198"/>
    <p:sldLayoutId xmlns:r="http://schemas.openxmlformats.org/officeDocument/2006/relationships" id="2147483650" r:id="R9d65ab1336d345de"/>
    <p:sldLayoutId xmlns:r="http://schemas.openxmlformats.org/officeDocument/2006/relationships" id="2147483651" r:id="Re5aa663c1882400a"/>
    <p:sldLayoutId xmlns:r="http://schemas.openxmlformats.org/officeDocument/2006/relationships" id="2147483652" r:id="R54533c50b5934b8c"/>
    <p:sldLayoutId xmlns:r="http://schemas.openxmlformats.org/officeDocument/2006/relationships" id="2147483653" r:id="R936c012a37a647cc"/>
    <p:sldLayoutId xmlns:r="http://schemas.openxmlformats.org/officeDocument/2006/relationships" id="2147483654" r:id="Rd89bfbfaa53b40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7336bf1581447e8" /><Relationship Type="http://schemas.openxmlformats.org/officeDocument/2006/relationships/notesSlide" Target="/ppt/notesSlides/notesSlide1.xml" Id="R66fe2bcb649145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e741a0ce01342d8" /><Relationship Type="http://schemas.openxmlformats.org/officeDocument/2006/relationships/notesSlide" Target="/ppt/notesSlides/notesSlide2.xml" Id="R6a08425f60cc4c3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p1-brand">
            <a:extLst xmlns:a="http://schemas.openxmlformats.org/drawingml/2006/main">
              <a:ext uri="{FF2B5EF4-FFF2-40B4-BE49-F238E27FC236}">
                <a16:creationId xmlns:a16="http://schemas.microsoft.com/office/drawing/2014/main" id="{043BDD53-7A71-498E-BF73-E3B8E7658BF5}"/>
              </a:ext>
            </a:extLst>
          </p:cNvPr>
          <p:cNvSpPr>
            <a:spLocks xmlns:a="http://schemas.openxmlformats.org/drawingml/2006/main" noGrp="1"/>
          </p:cNvSpPr>
          <p:nvPr/>
        </p:nvSpPr>
        <p:spPr>
          <a:xfrm xmlns:a="http://schemas.openxmlformats.org/drawingml/2006/main">
            <a:off x="361950" y="333375"/>
            <a:ext cx="462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1E1E1E"/>
                </a:solidFill>
                <a:latin typeface="Arial"/>
                <a:ea typeface="Arial"/>
                <a:cs typeface="Arial"/>
              </a:defRPr>
            </a:defPPr>
          </a:lstStyle>
          <a:p xmlns:a="http://schemas.openxmlformats.org/drawingml/2006/main">
            <a:pPr algn="l">
              <a:defRPr sz="975" b="1">
                <a:solidFill>
                  <a:srgbClr val="1E1E1E"/>
                </a:solidFill>
                <a:latin typeface="Arial"/>
                <a:ea typeface="Arial"/>
                <a:cs typeface="Arial"/>
              </a:defRPr>
            </a:pPr>
            <a:r>
              <a:rPr sz="975" b="1">
                <a:solidFill>
                  <a:srgbClr val="1E1E1E"/>
                </a:solidFill>
                <a:latin typeface="Arial"/>
                <a:ea typeface="Arial"/>
                <a:cs typeface="Arial"/>
              </a:rPr>
              <a:t>STUDIO NORD   /   DEMO</a:t>
            </a:r>
          </a:p>
        </p:txBody>
      </p:sp>
      <p:sp>
        <p:nvSpPr>
          <p:cNvPr id="2" name="p1-title">
            <a:extLst xmlns:a="http://schemas.openxmlformats.org/drawingml/2006/main">
              <a:ext uri="{FF2B5EF4-FFF2-40B4-BE49-F238E27FC236}">
                <a16:creationId xmlns:a16="http://schemas.microsoft.com/office/drawing/2014/main" id="{AD0FEA13-E6BA-4C85-A9E1-3BE4369B0AD3}"/>
              </a:ext>
            </a:extLst>
          </p:cNvPr>
          <p:cNvSpPr>
            <a:spLocks xmlns:a="http://schemas.openxmlformats.org/drawingml/2006/main" noGrp="1"/>
          </p:cNvSpPr>
          <p:nvPr/>
        </p:nvSpPr>
        <p:spPr>
          <a:xfrm xmlns:a="http://schemas.openxmlformats.org/drawingml/2006/main">
            <a:off x="361950" y="933450"/>
            <a:ext cx="4622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E1E1E"/>
                </a:solidFill>
                <a:latin typeface="Arial"/>
                <a:ea typeface="Arial"/>
                <a:cs typeface="Arial"/>
              </a:defRPr>
            </a:defPPr>
          </a:lstStyle>
          <a:p xmlns:a="http://schemas.openxmlformats.org/drawingml/2006/main">
            <a:pPr algn="l">
              <a:defRPr sz="2475" b="1">
                <a:solidFill>
                  <a:srgbClr val="1E1E1E"/>
                </a:solidFill>
                <a:latin typeface="Arial"/>
                <a:ea typeface="Arial"/>
                <a:cs typeface="Arial"/>
              </a:defRPr>
            </a:pPr>
            <a:r>
              <a:rPr sz="2475" b="1">
                <a:solidFill>
                  <a:srgbClr val="1E1E1E"/>
                </a:solidFill>
                <a:latin typeface="Arial"/>
                <a:ea typeface="Arial"/>
                <a:cs typeface="Arial"/>
              </a:rPr>
              <a:t>Pomysł na mały projekt</a:t>
            </a:r>
          </a:p>
        </p:txBody>
      </p:sp>
      <p:sp>
        <p:nvSpPr>
          <p:cNvPr id="3" name="p1-subtitle">
            <a:extLst xmlns:a="http://schemas.openxmlformats.org/drawingml/2006/main">
              <a:ext uri="{FF2B5EF4-FFF2-40B4-BE49-F238E27FC236}">
                <a16:creationId xmlns:a16="http://schemas.microsoft.com/office/drawing/2014/main" id="{198E6E33-48EF-4B38-9B3F-436DC693FEBD}"/>
              </a:ext>
            </a:extLst>
          </p:cNvPr>
          <p:cNvSpPr>
            <a:spLocks xmlns:a="http://schemas.openxmlformats.org/drawingml/2006/main" noGrp="1"/>
          </p:cNvSpPr>
          <p:nvPr/>
        </p:nvSpPr>
        <p:spPr>
          <a:xfrm xmlns:a="http://schemas.openxmlformats.org/drawingml/2006/main">
            <a:off x="361950" y="1809750"/>
            <a:ext cx="462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E1E1E"/>
                </a:solidFill>
                <a:latin typeface="Arial"/>
                <a:ea typeface="Arial"/>
                <a:cs typeface="Arial"/>
              </a:defRPr>
            </a:defPPr>
          </a:lstStyle>
          <a:p xmlns:a="http://schemas.openxmlformats.org/drawingml/2006/main">
            <a:pPr algn="l">
              <a:defRPr sz="1200" b="0">
                <a:solidFill>
                  <a:srgbClr val="1E1E1E"/>
                </a:solidFill>
                <a:latin typeface="Arial"/>
                <a:ea typeface="Arial"/>
                <a:cs typeface="Arial"/>
              </a:defRPr>
            </a:pPr>
            <a:r>
              <a:rPr sz="1200" b="0">
                <a:solidFill>
                  <a:srgbClr val="1E1E1E"/>
                </a:solidFill>
                <a:latin typeface="Arial"/>
                <a:ea typeface="Arial"/>
                <a:cs typeface="Arial"/>
              </a:rPr>
              <a:t>Karta demonstracyjna do samodzielnego wypełnienia</a:t>
            </a:r>
          </a:p>
        </p:txBody>
      </p:sp>
      <p:sp>
        <p:nvSpPr>
          <p:cNvPr id="4" name="p1-rule">
            <a:extLst xmlns:a="http://schemas.openxmlformats.org/drawingml/2006/main">
              <a:ext uri="{FF2B5EF4-FFF2-40B4-BE49-F238E27FC236}">
                <a16:creationId xmlns:a16="http://schemas.microsoft.com/office/drawing/2014/main" id="{E99884FB-B6AE-45A8-9B6A-324FDF6416E3}"/>
              </a:ext>
            </a:extLst>
          </p:cNvPr>
          <p:cNvSpPr>
            <a:spLocks xmlns:a="http://schemas.openxmlformats.org/drawingml/2006/main" noGrp="1"/>
          </p:cNvSpPr>
          <p:nvPr/>
        </p:nvSpPr>
        <p:spPr>
          <a:xfrm xmlns:a="http://schemas.openxmlformats.org/drawingml/2006/main">
            <a:off x="361950" y="2686050"/>
            <a:ext cx="4622100" cy="0"/>
          </a:xfrm>
          <a:prstGeom xmlns:a="http://schemas.openxmlformats.org/drawingml/2006/main" prst="line">
            <a:avLst/>
          </a:prstGeom>
          <a:noFill xmlns:a="http://schemas.openxmlformats.org/drawingml/2006/main"/>
          <a:ln xmlns:a="http://schemas.openxmlformats.org/drawingml/2006/main" w="14288">
            <a:solidFill>
              <a:srgbClr val="313131"/>
            </a:solidFill>
            <a:prstDash val="solid"/>
          </a:ln>
        </p:spPr>
      </p:sp>
      <p:sp>
        <p:nvSpPr>
          <p:cNvPr id="5" name="p1-footer">
            <a:extLst xmlns:a="http://schemas.openxmlformats.org/drawingml/2006/main">
              <a:ext uri="{FF2B5EF4-FFF2-40B4-BE49-F238E27FC236}">
                <a16:creationId xmlns:a16="http://schemas.microsoft.com/office/drawing/2014/main" id="{852DB921-715D-4B72-84CB-A94B0562D4EA}"/>
              </a:ext>
            </a:extLst>
          </p:cNvPr>
          <p:cNvSpPr>
            <a:spLocks xmlns:a="http://schemas.openxmlformats.org/drawingml/2006/main" noGrp="1"/>
          </p:cNvSpPr>
          <p:nvPr/>
        </p:nvSpPr>
        <p:spPr>
          <a:xfrm xmlns:a="http://schemas.openxmlformats.org/drawingml/2006/main">
            <a:off x="361950" y="7093275"/>
            <a:ext cx="462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1E1E1E"/>
                </a:solidFill>
                <a:latin typeface="Arial"/>
                <a:ea typeface="Arial"/>
                <a:cs typeface="Arial"/>
              </a:defRPr>
            </a:defPPr>
          </a:lstStyle>
          <a:p xmlns:a="http://schemas.openxmlformats.org/drawingml/2006/main">
            <a:pPr algn="l">
              <a:defRPr sz="900" b="0">
                <a:solidFill>
                  <a:srgbClr val="1E1E1E"/>
                </a:solidFill>
                <a:latin typeface="Arial"/>
                <a:ea typeface="Arial"/>
                <a:cs typeface="Arial"/>
              </a:defRPr>
            </a:pPr>
            <a:r>
              <a:rPr sz="900" b="0">
                <a:solidFill>
                  <a:srgbClr val="1E1E1E"/>
                </a:solidFill>
                <a:latin typeface="Arial"/>
                <a:ea typeface="Arial"/>
                <a:cs typeface="Arial"/>
              </a:rPr>
              <a:t>Własna karta warsztatowa   /   1</a:t>
            </a:r>
          </a:p>
        </p:txBody>
      </p:sp>
      <p:sp>
        <p:nvSpPr>
          <p:cNvPr id="6" name="Co chcę wykonać?-label">
            <a:extLst xmlns:a="http://schemas.openxmlformats.org/drawingml/2006/main">
              <a:ext uri="{FF2B5EF4-FFF2-40B4-BE49-F238E27FC236}">
                <a16:creationId xmlns:a16="http://schemas.microsoft.com/office/drawing/2014/main" id="{79A0B33E-8700-47FD-82FF-07F46E615428}"/>
              </a:ext>
            </a:extLst>
          </p:cNvPr>
          <p:cNvSpPr>
            <a:spLocks xmlns:a="http://schemas.openxmlformats.org/drawingml/2006/main" noGrp="1"/>
          </p:cNvSpPr>
          <p:nvPr/>
        </p:nvSpPr>
        <p:spPr>
          <a:xfrm xmlns:a="http://schemas.openxmlformats.org/drawingml/2006/main">
            <a:off x="361950" y="3095625"/>
            <a:ext cx="4622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E1E1E"/>
                </a:solidFill>
                <a:latin typeface="Arial"/>
                <a:ea typeface="Arial"/>
                <a:cs typeface="Arial"/>
              </a:defRPr>
            </a:defPPr>
          </a:lstStyle>
          <a:p xmlns:a="http://schemas.openxmlformats.org/drawingml/2006/main">
            <a:pPr algn="l">
              <a:defRPr sz="1350" b="1">
                <a:solidFill>
                  <a:srgbClr val="1E1E1E"/>
                </a:solidFill>
                <a:latin typeface="Arial"/>
                <a:ea typeface="Arial"/>
                <a:cs typeface="Arial"/>
              </a:defRPr>
            </a:pPr>
            <a:r>
              <a:rPr sz="1350" b="1">
                <a:solidFill>
                  <a:srgbClr val="1E1E1E"/>
                </a:solidFill>
                <a:latin typeface="Arial"/>
                <a:ea typeface="Arial"/>
                <a:cs typeface="Arial"/>
              </a:rPr>
              <a:t>Co chcę wykonać?</a:t>
            </a:r>
          </a:p>
        </p:txBody>
      </p:sp>
      <p:sp>
        <p:nvSpPr>
          <p:cNvPr id="7" name="Co chcę wykonać?-line-0">
            <a:extLst xmlns:a="http://schemas.openxmlformats.org/drawingml/2006/main">
              <a:ext uri="{FF2B5EF4-FFF2-40B4-BE49-F238E27FC236}">
                <a16:creationId xmlns:a16="http://schemas.microsoft.com/office/drawing/2014/main" id="{BD2449F1-E7B3-4F9C-A626-49DA606E53F9}"/>
              </a:ext>
            </a:extLst>
          </p:cNvPr>
          <p:cNvSpPr>
            <a:spLocks xmlns:a="http://schemas.openxmlformats.org/drawingml/2006/main" noGrp="1"/>
          </p:cNvSpPr>
          <p:nvPr/>
        </p:nvSpPr>
        <p:spPr>
          <a:xfrm xmlns:a="http://schemas.openxmlformats.org/drawingml/2006/main">
            <a:off x="361950" y="3562350"/>
            <a:ext cx="46221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8" name="Co chcę wykonać?-line-1">
            <a:extLst xmlns:a="http://schemas.openxmlformats.org/drawingml/2006/main">
              <a:ext uri="{FF2B5EF4-FFF2-40B4-BE49-F238E27FC236}">
                <a16:creationId xmlns:a16="http://schemas.microsoft.com/office/drawing/2014/main" id="{B8445AEA-F200-48E2-AEF7-09F7558C034C}"/>
              </a:ext>
            </a:extLst>
          </p:cNvPr>
          <p:cNvSpPr>
            <a:spLocks xmlns:a="http://schemas.openxmlformats.org/drawingml/2006/main" noGrp="1"/>
          </p:cNvSpPr>
          <p:nvPr/>
        </p:nvSpPr>
        <p:spPr>
          <a:xfrm xmlns:a="http://schemas.openxmlformats.org/drawingml/2006/main">
            <a:off x="361950" y="3962400"/>
            <a:ext cx="46221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9" name="Co chcę wykonać?-line-2">
            <a:extLst xmlns:a="http://schemas.openxmlformats.org/drawingml/2006/main">
              <a:ext uri="{FF2B5EF4-FFF2-40B4-BE49-F238E27FC236}">
                <a16:creationId xmlns:a16="http://schemas.microsoft.com/office/drawing/2014/main" id="{EA85B9DF-3AEE-480C-A170-B126754B9D72}"/>
              </a:ext>
            </a:extLst>
          </p:cNvPr>
          <p:cNvSpPr>
            <a:spLocks xmlns:a="http://schemas.openxmlformats.org/drawingml/2006/main" noGrp="1"/>
          </p:cNvSpPr>
          <p:nvPr/>
        </p:nvSpPr>
        <p:spPr>
          <a:xfrm xmlns:a="http://schemas.openxmlformats.org/drawingml/2006/main">
            <a:off x="361950" y="4362450"/>
            <a:ext cx="46221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0" name="Dla kogo przygotowuję projekt?-label">
            <a:extLst xmlns:a="http://schemas.openxmlformats.org/drawingml/2006/main">
              <a:ext uri="{FF2B5EF4-FFF2-40B4-BE49-F238E27FC236}">
                <a16:creationId xmlns:a16="http://schemas.microsoft.com/office/drawing/2014/main" id="{E47EFEE7-128E-4C2E-929D-F6E64B31D679}"/>
              </a:ext>
            </a:extLst>
          </p:cNvPr>
          <p:cNvSpPr>
            <a:spLocks xmlns:a="http://schemas.openxmlformats.org/drawingml/2006/main" noGrp="1"/>
          </p:cNvSpPr>
          <p:nvPr/>
        </p:nvSpPr>
        <p:spPr>
          <a:xfrm xmlns:a="http://schemas.openxmlformats.org/drawingml/2006/main">
            <a:off x="361950" y="5133975"/>
            <a:ext cx="4622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E1E1E"/>
                </a:solidFill>
                <a:latin typeface="Arial"/>
                <a:ea typeface="Arial"/>
                <a:cs typeface="Arial"/>
              </a:defRPr>
            </a:defPPr>
          </a:lstStyle>
          <a:p xmlns:a="http://schemas.openxmlformats.org/drawingml/2006/main">
            <a:pPr algn="l">
              <a:defRPr sz="1350" b="1">
                <a:solidFill>
                  <a:srgbClr val="1E1E1E"/>
                </a:solidFill>
                <a:latin typeface="Arial"/>
                <a:ea typeface="Arial"/>
                <a:cs typeface="Arial"/>
              </a:defRPr>
            </a:pPr>
            <a:r>
              <a:rPr sz="1350" b="1">
                <a:solidFill>
                  <a:srgbClr val="1E1E1E"/>
                </a:solidFill>
                <a:latin typeface="Arial"/>
                <a:ea typeface="Arial"/>
                <a:cs typeface="Arial"/>
              </a:rPr>
              <a:t>Dla kogo przygotowuję projekt?</a:t>
            </a:r>
          </a:p>
        </p:txBody>
      </p:sp>
      <p:sp>
        <p:nvSpPr>
          <p:cNvPr id="11" name="Dla kogo przygotowuję projekt?-line-0">
            <a:extLst xmlns:a="http://schemas.openxmlformats.org/drawingml/2006/main">
              <a:ext uri="{FF2B5EF4-FFF2-40B4-BE49-F238E27FC236}">
                <a16:creationId xmlns:a16="http://schemas.microsoft.com/office/drawing/2014/main" id="{E11548A3-08A5-45C3-97AD-323BF7065DAB}"/>
              </a:ext>
            </a:extLst>
          </p:cNvPr>
          <p:cNvSpPr>
            <a:spLocks xmlns:a="http://schemas.openxmlformats.org/drawingml/2006/main" noGrp="1"/>
          </p:cNvSpPr>
          <p:nvPr/>
        </p:nvSpPr>
        <p:spPr>
          <a:xfrm xmlns:a="http://schemas.openxmlformats.org/drawingml/2006/main">
            <a:off x="361950" y="5600700"/>
            <a:ext cx="46221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2" name="Dla kogo przygotowuję projekt?-line-1">
            <a:extLst xmlns:a="http://schemas.openxmlformats.org/drawingml/2006/main">
              <a:ext uri="{FF2B5EF4-FFF2-40B4-BE49-F238E27FC236}">
                <a16:creationId xmlns:a16="http://schemas.microsoft.com/office/drawing/2014/main" id="{D875F550-1A47-44D7-8ABD-0B8695B2C686}"/>
              </a:ext>
            </a:extLst>
          </p:cNvPr>
          <p:cNvSpPr>
            <a:spLocks xmlns:a="http://schemas.openxmlformats.org/drawingml/2006/main" noGrp="1"/>
          </p:cNvSpPr>
          <p:nvPr/>
        </p:nvSpPr>
        <p:spPr>
          <a:xfrm xmlns:a="http://schemas.openxmlformats.org/drawingml/2006/main">
            <a:off x="361950" y="6000750"/>
            <a:ext cx="46221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
        <p:nvSpPr>
          <p:cNvPr id="13" name="p3-brand">
            <a:extLst xmlns:a="http://schemas.openxmlformats.org/drawingml/2006/main">
              <a:ext uri="{FF2B5EF4-FFF2-40B4-BE49-F238E27FC236}">
                <a16:creationId xmlns:a16="http://schemas.microsoft.com/office/drawing/2014/main" id="{AB930536-D61B-49BE-8376-DAE1C6FF53D5}"/>
              </a:ext>
            </a:extLst>
          </p:cNvPr>
          <p:cNvSpPr>
            <a:spLocks xmlns:a="http://schemas.openxmlformats.org/drawingml/2006/main" noGrp="1"/>
          </p:cNvSpPr>
          <p:nvPr/>
        </p:nvSpPr>
        <p:spPr>
          <a:xfrm xmlns:a="http://schemas.openxmlformats.org/drawingml/2006/main">
            <a:off x="5707950" y="333375"/>
            <a:ext cx="462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1E1E1E"/>
                </a:solidFill>
                <a:latin typeface="Arial"/>
                <a:ea typeface="Arial"/>
                <a:cs typeface="Arial"/>
              </a:defRPr>
            </a:defPPr>
          </a:lstStyle>
          <a:p xmlns:a="http://schemas.openxmlformats.org/drawingml/2006/main">
            <a:pPr algn="l">
              <a:defRPr sz="975" b="1">
                <a:solidFill>
                  <a:srgbClr val="1E1E1E"/>
                </a:solidFill>
                <a:latin typeface="Arial"/>
                <a:ea typeface="Arial"/>
                <a:cs typeface="Arial"/>
              </a:defRPr>
            </a:pPr>
            <a:r>
              <a:rPr sz="975" b="1">
                <a:solidFill>
                  <a:srgbClr val="1E1E1E"/>
                </a:solidFill>
                <a:latin typeface="Arial"/>
                <a:ea typeface="Arial"/>
                <a:cs typeface="Arial"/>
              </a:rPr>
              <a:t>STUDIO NORD   /   DEMO</a:t>
            </a:r>
          </a:p>
        </p:txBody>
      </p:sp>
      <p:sp>
        <p:nvSpPr>
          <p:cNvPr id="14" name="p3-title">
            <a:extLst xmlns:a="http://schemas.openxmlformats.org/drawingml/2006/main">
              <a:ext uri="{FF2B5EF4-FFF2-40B4-BE49-F238E27FC236}">
                <a16:creationId xmlns:a16="http://schemas.microsoft.com/office/drawing/2014/main" id="{6DDAE677-AE64-4C2D-9C11-DF039E8F60C6}"/>
              </a:ext>
            </a:extLst>
          </p:cNvPr>
          <p:cNvSpPr>
            <a:spLocks xmlns:a="http://schemas.openxmlformats.org/drawingml/2006/main" noGrp="1"/>
          </p:cNvSpPr>
          <p:nvPr/>
        </p:nvSpPr>
        <p:spPr>
          <a:xfrm xmlns:a="http://schemas.openxmlformats.org/drawingml/2006/main">
            <a:off x="5707950" y="933450"/>
            <a:ext cx="4622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E1E1E"/>
                </a:solidFill>
                <a:latin typeface="Arial"/>
                <a:ea typeface="Arial"/>
                <a:cs typeface="Arial"/>
              </a:defRPr>
            </a:defPPr>
          </a:lstStyle>
          <a:p xmlns:a="http://schemas.openxmlformats.org/drawingml/2006/main">
            <a:pPr algn="l">
              <a:defRPr sz="2475" b="1">
                <a:solidFill>
                  <a:srgbClr val="1E1E1E"/>
                </a:solidFill>
                <a:latin typeface="Arial"/>
                <a:ea typeface="Arial"/>
                <a:cs typeface="Arial"/>
              </a:defRPr>
            </a:pPr>
            <a:r>
              <a:rPr sz="2475" b="1">
                <a:solidFill>
                  <a:srgbClr val="1E1E1E"/>
                </a:solidFill>
                <a:latin typeface="Arial"/>
                <a:ea typeface="Arial"/>
                <a:cs typeface="Arial"/>
              </a:rPr>
              <a:t>Plan wykonania</a:t>
            </a:r>
          </a:p>
        </p:txBody>
      </p:sp>
      <p:sp>
        <p:nvSpPr>
          <p:cNvPr id="15" name="p3-subtitle">
            <a:extLst xmlns:a="http://schemas.openxmlformats.org/drawingml/2006/main">
              <a:ext uri="{FF2B5EF4-FFF2-40B4-BE49-F238E27FC236}">
                <a16:creationId xmlns:a16="http://schemas.microsoft.com/office/drawing/2014/main" id="{442CD0B2-2968-45A1-A3F8-DD26C6B591A2}"/>
              </a:ext>
            </a:extLst>
          </p:cNvPr>
          <p:cNvSpPr>
            <a:spLocks xmlns:a="http://schemas.openxmlformats.org/drawingml/2006/main" noGrp="1"/>
          </p:cNvSpPr>
          <p:nvPr/>
        </p:nvSpPr>
        <p:spPr>
          <a:xfrm xmlns:a="http://schemas.openxmlformats.org/drawingml/2006/main">
            <a:off x="5707950" y="1809750"/>
            <a:ext cx="462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E1E1E"/>
                </a:solidFill>
                <a:latin typeface="Arial"/>
                <a:ea typeface="Arial"/>
                <a:cs typeface="Arial"/>
              </a:defRPr>
            </a:defPPr>
          </a:lstStyle>
          <a:p xmlns:a="http://schemas.openxmlformats.org/drawingml/2006/main">
            <a:pPr algn="l">
              <a:defRPr sz="1200" b="0">
                <a:solidFill>
                  <a:srgbClr val="1E1E1E"/>
                </a:solidFill>
                <a:latin typeface="Arial"/>
                <a:ea typeface="Arial"/>
                <a:cs typeface="Arial"/>
              </a:defRPr>
            </a:pPr>
            <a:r>
              <a:rPr sz="1200" b="0">
                <a:solidFill>
                  <a:srgbClr val="1E1E1E"/>
                </a:solidFill>
                <a:latin typeface="Arial"/>
                <a:ea typeface="Arial"/>
                <a:cs typeface="Arial"/>
              </a:rPr>
              <a:t>Podział pracy na kroki, które łatwo sprawdzić</a:t>
            </a:r>
          </a:p>
        </p:txBody>
      </p:sp>
      <p:sp>
        <p:nvSpPr>
          <p:cNvPr id="16" name="p3-rule">
            <a:extLst xmlns:a="http://schemas.openxmlformats.org/drawingml/2006/main">
              <a:ext uri="{FF2B5EF4-FFF2-40B4-BE49-F238E27FC236}">
                <a16:creationId xmlns:a16="http://schemas.microsoft.com/office/drawing/2014/main" id="{BE445558-BE73-4AB6-BE6B-41C48F5314A8}"/>
              </a:ext>
            </a:extLst>
          </p:cNvPr>
          <p:cNvSpPr>
            <a:spLocks xmlns:a="http://schemas.openxmlformats.org/drawingml/2006/main" noGrp="1"/>
          </p:cNvSpPr>
          <p:nvPr/>
        </p:nvSpPr>
        <p:spPr>
          <a:xfrm xmlns:a="http://schemas.openxmlformats.org/drawingml/2006/main">
            <a:off x="5707950" y="2686050"/>
            <a:ext cx="4622100" cy="0"/>
          </a:xfrm>
          <a:prstGeom xmlns:a="http://schemas.openxmlformats.org/drawingml/2006/main" prst="line">
            <a:avLst/>
          </a:prstGeom>
          <a:noFill xmlns:a="http://schemas.openxmlformats.org/drawingml/2006/main"/>
          <a:ln xmlns:a="http://schemas.openxmlformats.org/drawingml/2006/main" w="14288">
            <a:solidFill>
              <a:srgbClr val="313131"/>
            </a:solidFill>
            <a:prstDash val="solid"/>
          </a:ln>
        </p:spPr>
      </p:sp>
      <p:sp>
        <p:nvSpPr>
          <p:cNvPr id="17" name="p3-footer">
            <a:extLst xmlns:a="http://schemas.openxmlformats.org/drawingml/2006/main">
              <a:ext uri="{FF2B5EF4-FFF2-40B4-BE49-F238E27FC236}">
                <a16:creationId xmlns:a16="http://schemas.microsoft.com/office/drawing/2014/main" id="{8ABB4E64-E28A-49A8-AA61-BBD1C6854A3C}"/>
              </a:ext>
            </a:extLst>
          </p:cNvPr>
          <p:cNvSpPr>
            <a:spLocks xmlns:a="http://schemas.openxmlformats.org/drawingml/2006/main" noGrp="1"/>
          </p:cNvSpPr>
          <p:nvPr/>
        </p:nvSpPr>
        <p:spPr>
          <a:xfrm xmlns:a="http://schemas.openxmlformats.org/drawingml/2006/main">
            <a:off x="5707950" y="7093275"/>
            <a:ext cx="462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1E1E1E"/>
                </a:solidFill>
                <a:latin typeface="Arial"/>
                <a:ea typeface="Arial"/>
                <a:cs typeface="Arial"/>
              </a:defRPr>
            </a:defPPr>
          </a:lstStyle>
          <a:p xmlns:a="http://schemas.openxmlformats.org/drawingml/2006/main">
            <a:pPr algn="l">
              <a:defRPr sz="900" b="0">
                <a:solidFill>
                  <a:srgbClr val="1E1E1E"/>
                </a:solidFill>
                <a:latin typeface="Arial"/>
                <a:ea typeface="Arial"/>
                <a:cs typeface="Arial"/>
              </a:defRPr>
            </a:pPr>
            <a:r>
              <a:rPr sz="900" b="0">
                <a:solidFill>
                  <a:srgbClr val="1E1E1E"/>
                </a:solidFill>
                <a:latin typeface="Arial"/>
                <a:ea typeface="Arial"/>
                <a:cs typeface="Arial"/>
              </a:rPr>
              <a:t>Własna karta warsztatowa   /   3</a:t>
            </a:r>
          </a:p>
        </p:txBody>
      </p:sp>
      <p:graphicFrame>
        <p:nvGraphicFramePr>
          <p:cNvPr id="18" name="">
            <a:extLst xmlns:a="http://schemas.openxmlformats.org/drawingml/2006/main">
              <a:ext uri="{FF2B5EF4-FFF2-40B4-BE49-F238E27FC236}">
                <a16:creationId xmlns:a16="http://schemas.microsoft.com/office/drawing/2014/main" id="{AD7FB66A-200E-45F7-A879-FAA0FE45CB4A}"/>
              </a:ext>
            </a:extLst>
          </p:cNvPr>
          <p:cNvGraphicFramePr/>
          <p:nvPr/>
        </p:nvGraphicFramePr>
        <p:xfrm>
          <a:off xmlns:a="http://schemas.openxmlformats.org/drawingml/2006/main" x="5707950" y="3133725"/>
          <a:ext xmlns:a="http://schemas.openxmlformats.org/drawingml/2006/main" cx="4622100" cy="2476500"/>
        </p:xfrm>
        <a:graphic xmlns:a="http://schemas.openxmlformats.org/drawingml/2006/main">
          <a:graphicData uri="http://schemas.openxmlformats.org/drawingml/2006/table">
            <a:tbl>
              <a:tblPr/>
              <a:tblGrid>
                <a:gridCol w="3143250"/>
                <a:gridCol w="1478850"/>
              </a:tblGrid>
              <a:tr h="495300">
                <a:tc>
                  <a:txBody>
                    <a:bodyPr lIns="76200" tIns="76200" rIns="76200" bIns="76200"/>
                    <a:lstStyle/>
                    <a:p>
                      <a:r>
                        <a:rPr sz="1125" b="1">
                          <a:solidFill>
                            <a:srgbClr val="202020"/>
                          </a:solidFill>
                          <a:latin typeface="Arial"/>
                          <a:ea typeface="Arial"/>
                          <a:cs typeface="Arial"/>
                        </a:rPr>
                        <a:t>Krok</a:t>
                      </a:r>
                    </a:p>
                  </a:txBody>
                  <a:tcPr marL="91440" marR="91440" marT="45720" marB="45720">
                    <a:lnL w="9525">
                      <a:solidFill>
                        <a:srgbClr val="8E8E8E"/>
                      </a:solidFill>
                      <a:prstDash val="solid"/>
                    </a:lnL>
                    <a:lnR w="9525">
                      <a:solidFill>
                        <a:srgbClr val="8E8E8E"/>
                      </a:solidFill>
                      <a:prstDash val="solid"/>
                    </a:lnR>
                    <a:lnT w="9525">
                      <a:solidFill>
                        <a:srgbClr val="8E8E8E"/>
                      </a:solidFill>
                      <a:prstDash val="solid"/>
                    </a:lnT>
                    <a:lnB w="9525">
                      <a:solidFill>
                        <a:srgbClr val="8E8E8E"/>
                      </a:solidFill>
                      <a:prstDash val="solid"/>
                    </a:lnB>
                    <a:solidFill>
                      <a:srgbClr val="E8E8E8"/>
                    </a:solidFill>
                  </a:tcPr>
                </a:tc>
                <a:tc>
                  <a:txBody>
                    <a:bodyPr lIns="76200" tIns="76200" rIns="76200" bIns="76200"/>
                    <a:lstStyle/>
                    <a:p>
                      <a:r>
                        <a:rPr sz="1125" b="1">
                          <a:solidFill>
                            <a:srgbClr val="202020"/>
                          </a:solidFill>
                          <a:latin typeface="Arial"/>
                          <a:ea typeface="Arial"/>
                          <a:cs typeface="Arial"/>
                        </a:rPr>
                        <a:t>Gotowe</a:t>
                      </a:r>
                    </a:p>
                  </a:txBody>
                  <a:tcPr marL="91440" marR="91440" marT="45720" marB="45720">
                    <a:lnR w="9525">
                      <a:solidFill>
                        <a:srgbClr val="8E8E8E"/>
                      </a:solidFill>
                      <a:prstDash val="solid"/>
                    </a:lnR>
                    <a:lnT w="9525">
                      <a:solidFill>
                        <a:srgbClr val="8E8E8E"/>
                      </a:solidFill>
                      <a:prstDash val="solid"/>
                    </a:lnT>
                    <a:lnB w="9525">
                      <a:solidFill>
                        <a:srgbClr val="8E8E8E"/>
                      </a:solidFill>
                      <a:prstDash val="solid"/>
                    </a:lnB>
                    <a:solidFill>
                      <a:srgbClr val="E8E8E8"/>
                    </a:solidFill>
                  </a:tcPr>
                </a:tc>
              </a:tr>
              <a:tr h="495300">
                <a:tc>
                  <a:txBody>
                    <a:bodyPr lIns="76200" tIns="76200" rIns="76200" bIns="76200"/>
                    <a:lstStyle/>
                    <a:p>
                      <a:r>
                        <a:rPr sz="1125" b="0">
                          <a:solidFill>
                            <a:srgbClr val="202020"/>
                          </a:solidFill>
                          <a:latin typeface="Arial"/>
                          <a:ea typeface="Arial"/>
                          <a:cs typeface="Arial"/>
                        </a:rPr>
                        <a:t>1. Przygotowanie materiałów</a:t>
                      </a:r>
                    </a:p>
                  </a:txBody>
                  <a:tcPr marL="91440" marR="91440" marT="45720" marB="45720">
                    <a:lnL w="9525">
                      <a:solidFill>
                        <a:srgbClr val="8E8E8E"/>
                      </a:solidFill>
                      <a:prstDash val="solid"/>
                    </a:lnL>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r>
              <a:tr h="495300">
                <a:tc>
                  <a:txBody>
                    <a:bodyPr lIns="76200" tIns="76200" rIns="76200" bIns="76200"/>
                    <a:lstStyle/>
                    <a:p>
                      <a:r>
                        <a:rPr sz="1125" b="0">
                          <a:solidFill>
                            <a:srgbClr val="202020"/>
                          </a:solidFill>
                          <a:latin typeface="Arial"/>
                          <a:ea typeface="Arial"/>
                          <a:cs typeface="Arial"/>
                        </a:rPr>
                        <a:t>2. Pierwsza próba</a:t>
                      </a:r>
                    </a:p>
                  </a:txBody>
                  <a:tcPr marL="91440" marR="91440" marT="45720" marB="45720">
                    <a:lnL w="9525">
                      <a:solidFill>
                        <a:srgbClr val="8E8E8E"/>
                      </a:solidFill>
                      <a:prstDash val="solid"/>
                    </a:lnL>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r>
              <a:tr h="495300">
                <a:tc>
                  <a:txBody>
                    <a:bodyPr lIns="76200" tIns="76200" rIns="76200" bIns="76200"/>
                    <a:lstStyle/>
                    <a:p>
                      <a:r>
                        <a:rPr sz="1125" b="0">
                          <a:solidFill>
                            <a:srgbClr val="202020"/>
                          </a:solidFill>
                          <a:latin typeface="Arial"/>
                          <a:ea typeface="Arial"/>
                          <a:cs typeface="Arial"/>
                        </a:rPr>
                        <a:t>3. Wykonanie projektu</a:t>
                      </a:r>
                    </a:p>
                  </a:txBody>
                  <a:tcPr marL="91440" marR="91440" marT="45720" marB="45720">
                    <a:lnL w="9525">
                      <a:solidFill>
                        <a:srgbClr val="8E8E8E"/>
                      </a:solidFill>
                      <a:prstDash val="solid"/>
                    </a:lnL>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r>
              <a:tr h="495300">
                <a:tc>
                  <a:txBody>
                    <a:bodyPr lIns="76200" tIns="76200" rIns="76200" bIns="76200"/>
                    <a:lstStyle/>
                    <a:p>
                      <a:r>
                        <a:rPr sz="1125" b="0">
                          <a:solidFill>
                            <a:srgbClr val="202020"/>
                          </a:solidFill>
                          <a:latin typeface="Arial"/>
                          <a:ea typeface="Arial"/>
                          <a:cs typeface="Arial"/>
                        </a:rPr>
                        <a:t>4. Kontrola i poprawki</a:t>
                      </a:r>
                    </a:p>
                  </a:txBody>
                  <a:tcPr marL="91440" marR="91440" marT="45720" marB="45720">
                    <a:lnL w="9525">
                      <a:solidFill>
                        <a:srgbClr val="8E8E8E"/>
                      </a:solidFill>
                      <a:prstDash val="solid"/>
                    </a:lnL>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r>
            </a:tbl>
          </a:graphicData>
        </a:graphic>
      </p:graphicFrame>
      <p:sp>
        <p:nvSpPr>
          <p:cNvPr id="19" name="p3-note">
            <a:extLst xmlns:a="http://schemas.openxmlformats.org/drawingml/2006/main">
              <a:ext uri="{FF2B5EF4-FFF2-40B4-BE49-F238E27FC236}">
                <a16:creationId xmlns:a16="http://schemas.microsoft.com/office/drawing/2014/main" id="{8D4D42AA-0112-47EE-BEF8-E5EDB609529D}"/>
              </a:ext>
            </a:extLst>
          </p:cNvPr>
          <p:cNvSpPr>
            <a:spLocks xmlns:a="http://schemas.openxmlformats.org/drawingml/2006/main" noGrp="1"/>
          </p:cNvSpPr>
          <p:nvPr/>
        </p:nvSpPr>
        <p:spPr>
          <a:xfrm xmlns:a="http://schemas.openxmlformats.org/drawingml/2006/main">
            <a:off x="5707950" y="6000750"/>
            <a:ext cx="462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1E1E1E"/>
                </a:solidFill>
                <a:latin typeface="Arial"/>
                <a:ea typeface="Arial"/>
                <a:cs typeface="Arial"/>
              </a:defRPr>
            </a:defPPr>
          </a:lstStyle>
          <a:p xmlns:a="http://schemas.openxmlformats.org/drawingml/2006/main">
            <a:pPr algn="l">
              <a:defRPr sz="1350" b="1">
                <a:solidFill>
                  <a:srgbClr val="1E1E1E"/>
                </a:solidFill>
                <a:latin typeface="Arial"/>
                <a:ea typeface="Arial"/>
                <a:cs typeface="Arial"/>
              </a:defRPr>
            </a:pPr>
            <a:r>
              <a:rPr sz="1350" b="1">
                <a:solidFill>
                  <a:srgbClr val="1E1E1E"/>
                </a:solidFill>
                <a:latin typeface="Arial"/>
                <a:ea typeface="Arial"/>
                <a:cs typeface="Arial"/>
              </a:rPr>
              <a:t>Co chcę poprawić w kolejnej próbie?</a:t>
            </a:r>
          </a:p>
        </p:txBody>
      </p:sp>
      <p:sp>
        <p:nvSpPr>
          <p:cNvPr id="20" name="p3-note-line">
            <a:extLst xmlns:a="http://schemas.openxmlformats.org/drawingml/2006/main">
              <a:ext uri="{FF2B5EF4-FFF2-40B4-BE49-F238E27FC236}">
                <a16:creationId xmlns:a16="http://schemas.microsoft.com/office/drawing/2014/main" id="{550DABB0-2504-443A-BF64-4AB38684949C}"/>
              </a:ext>
            </a:extLst>
          </p:cNvPr>
          <p:cNvSpPr>
            <a:spLocks xmlns:a="http://schemas.openxmlformats.org/drawingml/2006/main" noGrp="1"/>
          </p:cNvSpPr>
          <p:nvPr/>
        </p:nvSpPr>
        <p:spPr>
          <a:xfrm xmlns:a="http://schemas.openxmlformats.org/drawingml/2006/main">
            <a:off x="5707950" y="6572250"/>
            <a:ext cx="4622100" cy="0"/>
          </a:xfrm>
          <a:prstGeom xmlns:a="http://schemas.openxmlformats.org/drawingml/2006/main" prst="line">
            <a:avLst/>
          </a:prstGeom>
          <a:noFill xmlns:a="http://schemas.openxmlformats.org/drawingml/2006/main"/>
          <a:ln xmlns:a="http://schemas.openxmlformats.org/drawingml/2006/main" w="9525">
            <a:solidFill>
              <a:srgbClr val="A6A6A6"/>
            </a:solidFill>
            <a:prstDash val="solid"/>
          </a:ln>
        </p:spPr>
      </p:sp>
    </p:spTree>
    <p:extLst>
      <p:ext uri="{BB962C8B-B14F-4D97-AF65-F5344CB8AC3E}">
        <p14:creationId xmlns:p14="http://schemas.microsoft.com/office/powerpoint/2010/main" val="8755292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2-brand">
            <a:extLst xmlns:a="http://schemas.openxmlformats.org/drawingml/2006/main">
              <a:ext uri="{FF2B5EF4-FFF2-40B4-BE49-F238E27FC236}">
                <a16:creationId xmlns:a16="http://schemas.microsoft.com/office/drawing/2014/main" id="{98975C45-F098-4972-8DFF-AAB23EA64DBF}"/>
              </a:ext>
            </a:extLst>
          </p:cNvPr>
          <p:cNvSpPr>
            <a:spLocks xmlns:a="http://schemas.openxmlformats.org/drawingml/2006/main" noGrp="1"/>
          </p:cNvSpPr>
          <p:nvPr/>
        </p:nvSpPr>
        <p:spPr>
          <a:xfrm xmlns:a="http://schemas.openxmlformats.org/drawingml/2006/main">
            <a:off x="5707950" y="333375"/>
            <a:ext cx="4622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1E1E1E"/>
                </a:solidFill>
                <a:latin typeface="Arial"/>
                <a:ea typeface="Arial"/>
                <a:cs typeface="Arial"/>
              </a:defRPr>
            </a:defPPr>
          </a:lstStyle>
          <a:p xmlns:a="http://schemas.openxmlformats.org/drawingml/2006/main">
            <a:pPr algn="l">
              <a:defRPr sz="975" b="1">
                <a:solidFill>
                  <a:srgbClr val="1E1E1E"/>
                </a:solidFill>
                <a:latin typeface="Arial"/>
                <a:ea typeface="Arial"/>
                <a:cs typeface="Arial"/>
              </a:defRPr>
            </a:pPr>
            <a:r>
              <a:rPr sz="975" b="1">
                <a:solidFill>
                  <a:srgbClr val="1E1E1E"/>
                </a:solidFill>
                <a:latin typeface="Arial"/>
                <a:ea typeface="Arial"/>
                <a:cs typeface="Arial"/>
              </a:rPr>
              <a:t>STUDIO NORD   /   DEMO</a:t>
            </a:r>
          </a:p>
        </p:txBody>
      </p:sp>
      <p:sp>
        <p:nvSpPr>
          <p:cNvPr id="2" name="p2-title">
            <a:extLst xmlns:a="http://schemas.openxmlformats.org/drawingml/2006/main">
              <a:ext uri="{FF2B5EF4-FFF2-40B4-BE49-F238E27FC236}">
                <a16:creationId xmlns:a16="http://schemas.microsoft.com/office/drawing/2014/main" id="{99287D1F-C0D1-4D4B-B837-F32408CFCE60}"/>
              </a:ext>
            </a:extLst>
          </p:cNvPr>
          <p:cNvSpPr>
            <a:spLocks xmlns:a="http://schemas.openxmlformats.org/drawingml/2006/main" noGrp="1"/>
          </p:cNvSpPr>
          <p:nvPr/>
        </p:nvSpPr>
        <p:spPr>
          <a:xfrm xmlns:a="http://schemas.openxmlformats.org/drawingml/2006/main">
            <a:off x="5707950" y="933450"/>
            <a:ext cx="4622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E1E1E"/>
                </a:solidFill>
                <a:latin typeface="Arial"/>
                <a:ea typeface="Arial"/>
                <a:cs typeface="Arial"/>
              </a:defRPr>
            </a:defPPr>
          </a:lstStyle>
          <a:p xmlns:a="http://schemas.openxmlformats.org/drawingml/2006/main">
            <a:pPr algn="l">
              <a:defRPr sz="2475" b="1">
                <a:solidFill>
                  <a:srgbClr val="1E1E1E"/>
                </a:solidFill>
                <a:latin typeface="Arial"/>
                <a:ea typeface="Arial"/>
                <a:cs typeface="Arial"/>
              </a:defRPr>
            </a:pPr>
            <a:r>
              <a:rPr sz="2475" b="1">
                <a:solidFill>
                  <a:srgbClr val="1E1E1E"/>
                </a:solidFill>
                <a:latin typeface="Arial"/>
                <a:ea typeface="Arial"/>
                <a:cs typeface="Arial"/>
              </a:rPr>
              <a:t>Lista materiałów</a:t>
            </a:r>
          </a:p>
        </p:txBody>
      </p:sp>
      <p:sp>
        <p:nvSpPr>
          <p:cNvPr id="3" name="p2-subtitle">
            <a:extLst xmlns:a="http://schemas.openxmlformats.org/drawingml/2006/main">
              <a:ext uri="{FF2B5EF4-FFF2-40B4-BE49-F238E27FC236}">
                <a16:creationId xmlns:a16="http://schemas.microsoft.com/office/drawing/2014/main" id="{E8DF5484-D194-4024-AB75-D557473DBA99}"/>
              </a:ext>
            </a:extLst>
          </p:cNvPr>
          <p:cNvSpPr>
            <a:spLocks xmlns:a="http://schemas.openxmlformats.org/drawingml/2006/main" noGrp="1"/>
          </p:cNvSpPr>
          <p:nvPr/>
        </p:nvSpPr>
        <p:spPr>
          <a:xfrm xmlns:a="http://schemas.openxmlformats.org/drawingml/2006/main">
            <a:off x="5707950" y="1809750"/>
            <a:ext cx="46221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1E1E1E"/>
                </a:solidFill>
                <a:latin typeface="Arial"/>
                <a:ea typeface="Arial"/>
                <a:cs typeface="Arial"/>
              </a:defRPr>
            </a:defPPr>
          </a:lstStyle>
          <a:p xmlns:a="http://schemas.openxmlformats.org/drawingml/2006/main">
            <a:pPr algn="l">
              <a:defRPr sz="1200" b="0">
                <a:solidFill>
                  <a:srgbClr val="1E1E1E"/>
                </a:solidFill>
                <a:latin typeface="Arial"/>
                <a:ea typeface="Arial"/>
                <a:cs typeface="Arial"/>
              </a:defRPr>
            </a:pPr>
            <a:r>
              <a:rPr sz="1200" b="0">
                <a:solidFill>
                  <a:srgbClr val="1E1E1E"/>
                </a:solidFill>
                <a:latin typeface="Arial"/>
                <a:ea typeface="Arial"/>
                <a:cs typeface="Arial"/>
              </a:rPr>
              <a:t>Lista rzeczy potrzebnych do własnego projektu</a:t>
            </a:r>
          </a:p>
        </p:txBody>
      </p:sp>
      <p:sp>
        <p:nvSpPr>
          <p:cNvPr id="4" name="p2-rule">
            <a:extLst xmlns:a="http://schemas.openxmlformats.org/drawingml/2006/main">
              <a:ext uri="{FF2B5EF4-FFF2-40B4-BE49-F238E27FC236}">
                <a16:creationId xmlns:a16="http://schemas.microsoft.com/office/drawing/2014/main" id="{09022D3F-79AF-429C-969F-ACAD9884E83D}"/>
              </a:ext>
            </a:extLst>
          </p:cNvPr>
          <p:cNvSpPr>
            <a:spLocks xmlns:a="http://schemas.openxmlformats.org/drawingml/2006/main" noGrp="1"/>
          </p:cNvSpPr>
          <p:nvPr/>
        </p:nvSpPr>
        <p:spPr>
          <a:xfrm xmlns:a="http://schemas.openxmlformats.org/drawingml/2006/main">
            <a:off x="5707950" y="2686050"/>
            <a:ext cx="4622100" cy="0"/>
          </a:xfrm>
          <a:prstGeom xmlns:a="http://schemas.openxmlformats.org/drawingml/2006/main" prst="line">
            <a:avLst/>
          </a:prstGeom>
          <a:noFill xmlns:a="http://schemas.openxmlformats.org/drawingml/2006/main"/>
          <a:ln xmlns:a="http://schemas.openxmlformats.org/drawingml/2006/main" w="14288">
            <a:solidFill>
              <a:srgbClr val="313131"/>
            </a:solidFill>
            <a:prstDash val="solid"/>
          </a:ln>
        </p:spPr>
      </p:sp>
      <p:sp>
        <p:nvSpPr>
          <p:cNvPr id="5" name="p2-footer">
            <a:extLst xmlns:a="http://schemas.openxmlformats.org/drawingml/2006/main">
              <a:ext uri="{FF2B5EF4-FFF2-40B4-BE49-F238E27FC236}">
                <a16:creationId xmlns:a16="http://schemas.microsoft.com/office/drawing/2014/main" id="{14C1372A-A45F-4BB4-82ED-73E6FC32C219}"/>
              </a:ext>
            </a:extLst>
          </p:cNvPr>
          <p:cNvSpPr>
            <a:spLocks xmlns:a="http://schemas.openxmlformats.org/drawingml/2006/main" noGrp="1"/>
          </p:cNvSpPr>
          <p:nvPr/>
        </p:nvSpPr>
        <p:spPr>
          <a:xfrm xmlns:a="http://schemas.openxmlformats.org/drawingml/2006/main">
            <a:off x="5707950" y="7093275"/>
            <a:ext cx="4622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1E1E1E"/>
                </a:solidFill>
                <a:latin typeface="Arial"/>
                <a:ea typeface="Arial"/>
                <a:cs typeface="Arial"/>
              </a:defRPr>
            </a:defPPr>
          </a:lstStyle>
          <a:p xmlns:a="http://schemas.openxmlformats.org/drawingml/2006/main">
            <a:pPr algn="l">
              <a:defRPr sz="900" b="0">
                <a:solidFill>
                  <a:srgbClr val="1E1E1E"/>
                </a:solidFill>
                <a:latin typeface="Arial"/>
                <a:ea typeface="Arial"/>
                <a:cs typeface="Arial"/>
              </a:defRPr>
            </a:pPr>
            <a:r>
              <a:rPr sz="900" b="0">
                <a:solidFill>
                  <a:srgbClr val="1E1E1E"/>
                </a:solidFill>
                <a:latin typeface="Arial"/>
                <a:ea typeface="Arial"/>
                <a:cs typeface="Arial"/>
              </a:rPr>
              <a:t>Własna karta warsztatowa   /   2</a:t>
            </a:r>
          </a:p>
        </p:txBody>
      </p:sp>
      <p:graphicFrame>
        <p:nvGraphicFramePr>
          <p:cNvPr id="6" name="">
            <a:extLst xmlns:a="http://schemas.openxmlformats.org/drawingml/2006/main">
              <a:ext uri="{FF2B5EF4-FFF2-40B4-BE49-F238E27FC236}">
                <a16:creationId xmlns:a16="http://schemas.microsoft.com/office/drawing/2014/main" id="{04AE6450-E132-46EE-A9B1-D8892A63EA7C}"/>
              </a:ext>
            </a:extLst>
          </p:cNvPr>
          <p:cNvGraphicFramePr/>
          <p:nvPr/>
        </p:nvGraphicFramePr>
        <p:xfrm>
          <a:off xmlns:a="http://schemas.openxmlformats.org/drawingml/2006/main" x="5707950" y="3114675"/>
          <a:ext xmlns:a="http://schemas.openxmlformats.org/drawingml/2006/main" cx="4622100" cy="3181350"/>
        </p:xfrm>
        <a:graphic xmlns:a="http://schemas.openxmlformats.org/drawingml/2006/main">
          <a:graphicData uri="http://schemas.openxmlformats.org/drawingml/2006/table">
            <a:tbl>
              <a:tblPr/>
              <a:tblGrid>
                <a:gridCol w="2447925"/>
                <a:gridCol w="857250"/>
                <a:gridCol w="1316925"/>
              </a:tblGrid>
              <a:tr h="454479">
                <a:tc>
                  <a:txBody>
                    <a:bodyPr lIns="76200" tIns="76200" rIns="76200" bIns="76200"/>
                    <a:lstStyle/>
                    <a:p>
                      <a:r>
                        <a:rPr sz="1125" b="1">
                          <a:solidFill>
                            <a:srgbClr val="202020"/>
                          </a:solidFill>
                          <a:latin typeface="Arial"/>
                          <a:ea typeface="Arial"/>
                          <a:cs typeface="Arial"/>
                        </a:rPr>
                        <a:t>Materiał</a:t>
                      </a:r>
                    </a:p>
                  </a:txBody>
                  <a:tcPr marL="91440" marR="91440" marT="45720" marB="45720">
                    <a:lnL w="9525">
                      <a:solidFill>
                        <a:srgbClr val="8E8E8E"/>
                      </a:solidFill>
                      <a:prstDash val="solid"/>
                    </a:lnL>
                    <a:lnR w="9525">
                      <a:solidFill>
                        <a:srgbClr val="8E8E8E"/>
                      </a:solidFill>
                      <a:prstDash val="solid"/>
                    </a:lnR>
                    <a:lnT w="9525">
                      <a:solidFill>
                        <a:srgbClr val="8E8E8E"/>
                      </a:solidFill>
                      <a:prstDash val="solid"/>
                    </a:lnT>
                    <a:lnB w="9525">
                      <a:solidFill>
                        <a:srgbClr val="8E8E8E"/>
                      </a:solidFill>
                      <a:prstDash val="solid"/>
                    </a:lnB>
                    <a:solidFill>
                      <a:srgbClr val="E8E8E8"/>
                    </a:solidFill>
                  </a:tcPr>
                </a:tc>
                <a:tc>
                  <a:txBody>
                    <a:bodyPr lIns="76200" tIns="76200" rIns="76200" bIns="76200"/>
                    <a:lstStyle/>
                    <a:p>
                      <a:r>
                        <a:rPr sz="1125" b="1">
                          <a:solidFill>
                            <a:srgbClr val="202020"/>
                          </a:solidFill>
                          <a:latin typeface="Arial"/>
                          <a:ea typeface="Arial"/>
                          <a:cs typeface="Arial"/>
                        </a:rPr>
                        <a:t>Ilość</a:t>
                      </a:r>
                    </a:p>
                  </a:txBody>
                  <a:tcPr marL="91440" marR="91440" marT="45720" marB="45720">
                    <a:lnR w="9525">
                      <a:solidFill>
                        <a:srgbClr val="8E8E8E"/>
                      </a:solidFill>
                      <a:prstDash val="solid"/>
                    </a:lnR>
                    <a:lnT w="9525">
                      <a:solidFill>
                        <a:srgbClr val="8E8E8E"/>
                      </a:solidFill>
                      <a:prstDash val="solid"/>
                    </a:lnT>
                    <a:lnB w="9525">
                      <a:solidFill>
                        <a:srgbClr val="8E8E8E"/>
                      </a:solidFill>
                      <a:prstDash val="solid"/>
                    </a:lnB>
                    <a:solidFill>
                      <a:srgbClr val="E8E8E8"/>
                    </a:solidFill>
                  </a:tcPr>
                </a:tc>
                <a:tc>
                  <a:txBody>
                    <a:bodyPr lIns="76200" tIns="76200" rIns="76200" bIns="76200"/>
                    <a:lstStyle/>
                    <a:p>
                      <a:r>
                        <a:rPr sz="1125" b="1">
                          <a:solidFill>
                            <a:srgbClr val="202020"/>
                          </a:solidFill>
                          <a:latin typeface="Arial"/>
                          <a:ea typeface="Arial"/>
                          <a:cs typeface="Arial"/>
                        </a:rPr>
                        <a:t>Mam</a:t>
                      </a:r>
                    </a:p>
                  </a:txBody>
                  <a:tcPr marL="91440" marR="91440" marT="45720" marB="45720">
                    <a:lnR w="9525">
                      <a:solidFill>
                        <a:srgbClr val="8E8E8E"/>
                      </a:solidFill>
                      <a:prstDash val="solid"/>
                    </a:lnR>
                    <a:lnT w="9525">
                      <a:solidFill>
                        <a:srgbClr val="8E8E8E"/>
                      </a:solidFill>
                      <a:prstDash val="solid"/>
                    </a:lnT>
                    <a:lnB w="9525">
                      <a:solidFill>
                        <a:srgbClr val="8E8E8E"/>
                      </a:solidFill>
                      <a:prstDash val="solid"/>
                    </a:lnB>
                    <a:solidFill>
                      <a:srgbClr val="E8E8E8"/>
                    </a:solidFill>
                  </a:tcPr>
                </a:tc>
              </a:tr>
              <a:tr h="454479">
                <a:tc>
                  <a:txBody>
                    <a:bodyPr lIns="76200" tIns="76200" rIns="76200" bIns="76200"/>
                    <a:lstStyle/>
                    <a:p>
                      <a:r>
                        <a:rPr sz="1125" b="0">
                          <a:solidFill>
                            <a:srgbClr val="202020"/>
                          </a:solidFill>
                          <a:latin typeface="Arial"/>
                          <a:ea typeface="Arial"/>
                          <a:cs typeface="Arial"/>
                        </a:rPr>
                        <a:t>Papier</a:t>
                      </a:r>
                    </a:p>
                  </a:txBody>
                  <a:tcPr marL="91440" marR="91440" marT="45720" marB="45720">
                    <a:lnL w="9525">
                      <a:solidFill>
                        <a:srgbClr val="8E8E8E"/>
                      </a:solidFill>
                      <a:prstDash val="solid"/>
                    </a:lnL>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r>
              <a:tr h="454479">
                <a:tc>
                  <a:txBody>
                    <a:bodyPr lIns="76200" tIns="76200" rIns="76200" bIns="76200"/>
                    <a:lstStyle/>
                    <a:p>
                      <a:r>
                        <a:rPr sz="1125" b="0">
                          <a:solidFill>
                            <a:srgbClr val="202020"/>
                          </a:solidFill>
                          <a:latin typeface="Arial"/>
                          <a:ea typeface="Arial"/>
                          <a:cs typeface="Arial"/>
                        </a:rPr>
                        <a:t>Klej</a:t>
                      </a:r>
                    </a:p>
                  </a:txBody>
                  <a:tcPr marL="91440" marR="91440" marT="45720" marB="45720">
                    <a:lnL w="9525">
                      <a:solidFill>
                        <a:srgbClr val="8E8E8E"/>
                      </a:solidFill>
                      <a:prstDash val="solid"/>
                    </a:lnL>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r>
              <a:tr h="454479">
                <a:tc>
                  <a:txBody>
                    <a:bodyPr lIns="76200" tIns="76200" rIns="76200" bIns="76200"/>
                    <a:lstStyle/>
                    <a:p>
                      <a:r>
                        <a:rPr sz="1125" b="0">
                          <a:solidFill>
                            <a:srgbClr val="202020"/>
                          </a:solidFill>
                          <a:latin typeface="Arial"/>
                          <a:ea typeface="Arial"/>
                          <a:cs typeface="Arial"/>
                        </a:rPr>
                        <a:t>Narzędzie</a:t>
                      </a:r>
                    </a:p>
                  </a:txBody>
                  <a:tcPr marL="91440" marR="91440" marT="45720" marB="45720">
                    <a:lnL w="9525">
                      <a:solidFill>
                        <a:srgbClr val="8E8E8E"/>
                      </a:solidFill>
                      <a:prstDash val="solid"/>
                    </a:lnL>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r>
              <a:tr h="454479">
                <a:tc>
                  <a:txBody>
                    <a:bodyPr lIns="76200" tIns="76200" rIns="76200" bIns="76200"/>
                    <a:lstStyle/>
                    <a:p>
                      <a:r>
                        <a:rPr sz="1125" b="0">
                          <a:solidFill>
                            <a:srgbClr val="202020"/>
                          </a:solidFill>
                          <a:latin typeface="Arial"/>
                          <a:ea typeface="Arial"/>
                          <a:cs typeface="Arial"/>
                        </a:rPr>
                        <a:t>Dodatek</a:t>
                      </a:r>
                    </a:p>
                  </a:txBody>
                  <a:tcPr marL="91440" marR="91440" marT="45720" marB="45720">
                    <a:lnL w="9525">
                      <a:solidFill>
                        <a:srgbClr val="8E8E8E"/>
                      </a:solidFill>
                      <a:prstDash val="solid"/>
                    </a:lnL>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r>
              <a:tr h="454479">
                <a:tc>
                  <a:txBody>
                    <a:bodyPr lIns="76200" tIns="76200" rIns="76200" bIns="76200"/>
                    <a:lstStyle/>
                    <a:p>
                      <a:r>
                        <a:rPr sz="1125" b="0">
                          <a:solidFill>
                            <a:srgbClr val="202020"/>
                          </a:solidFill>
                          <a:latin typeface="Arial"/>
                          <a:ea typeface="Arial"/>
                          <a:cs typeface="Arial"/>
                        </a:rPr>
                        <a:t>Inny materiał</a:t>
                      </a:r>
                    </a:p>
                  </a:txBody>
                  <a:tcPr marL="91440" marR="91440" marT="45720" marB="45720">
                    <a:lnL w="9525">
                      <a:solidFill>
                        <a:srgbClr val="8E8E8E"/>
                      </a:solidFill>
                      <a:prstDash val="solid"/>
                    </a:lnL>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r>
              <a:tr h="454479">
                <a:tc>
                  <a:txBody>
                    <a:bodyPr lIns="76200" tIns="76200" rIns="76200" bIns="76200"/>
                    <a:lstStyle/>
                    <a:p>
                      <a:r>
                        <a:rPr sz="1125" b="0">
                          <a:solidFill>
                            <a:srgbClr val="202020"/>
                          </a:solidFill>
                          <a:latin typeface="Arial"/>
                          <a:ea typeface="Arial"/>
                          <a:cs typeface="Arial"/>
                        </a:rPr>
                        <a:t>Notatka</a:t>
                      </a:r>
                    </a:p>
                  </a:txBody>
                  <a:tcPr marL="91440" marR="91440" marT="45720" marB="45720">
                    <a:lnL w="9525">
                      <a:solidFill>
                        <a:srgbClr val="8E8E8E"/>
                      </a:solidFill>
                      <a:prstDash val="solid"/>
                    </a:lnL>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c>
                  <a:txBody>
                    <a:bodyPr lIns="76200" tIns="76200" rIns="76200" bIns="76200"/>
                    <a:lstStyle/>
                    <a:p>
                      <a:r>
                        <a:rPr sz="1125" b="0">
                          <a:solidFill>
                            <a:srgbClr val="202020"/>
                          </a:solidFill>
                          <a:latin typeface="Arial"/>
                          <a:ea typeface="Arial"/>
                          <a:cs typeface="Arial"/>
                        </a:rPr>
                        <a:t/>
                      </a:r>
                    </a:p>
                  </a:txBody>
                  <a:tcPr marL="91440" marR="91440" marT="45720" marB="45720">
                    <a:lnR w="9525">
                      <a:solidFill>
                        <a:srgbClr val="8E8E8E"/>
                      </a:solidFill>
                      <a:prstDash val="solid"/>
                    </a:lnR>
                    <a:lnB w="9525">
                      <a:solidFill>
                        <a:srgbClr val="8E8E8E"/>
                      </a:solidFill>
                      <a:prstDash val="solid"/>
                    </a:lnB>
                    <a:solidFill>
                      <a:srgbClr val="FFFFFF"/>
                    </a:solidFill>
                  </a:tcPr>
                </a:tc>
              </a:tr>
            </a:tbl>
          </a:graphicData>
        </a:graphic>
      </p:graphicFrame>
    </p:spTree>
    <p:extLst>
      <p:ext uri="{BB962C8B-B14F-4D97-AF65-F5344CB8AC3E}">
        <p14:creationId xmlns:p14="http://schemas.microsoft.com/office/powerpoint/2010/main" val="13824066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2026-10-12T20:51:41.1710000Z</dcterms:created>
  <dcterms:modified xsi:type="dcterms:W3CDTF">2026-10-12T20:51:41.1710000Z</dcterms:modified>
</coreProperties>
</file>