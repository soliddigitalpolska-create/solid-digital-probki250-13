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be502552f449b8" /><Relationship Type="http://schemas.openxmlformats.org/officeDocument/2006/relationships/extended-properties" Target="/docProps/app.xml" Id="Rfa48166409e6430b" /><Relationship Type="http://schemas.openxmlformats.org/officeDocument/2006/relationships/officeDocument" Target="/ppt/presentation.xml" Id="Rc9c0b492ec9e40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a3f533c1d44bb6"/>
  </p:sldMasterIdLst>
  <p:notesMasterIdLst>
    <p:notesMasterId xmlns:r="http://schemas.openxmlformats.org/officeDocument/2006/relationships" r:id="R5cc57c7002fa4960"/>
  </p:notesMasterIdLst>
  <p:sldIdLst>
    <p:sldId xmlns:r="http://schemas.openxmlformats.org/officeDocument/2006/relationships" id="256" r:id="R79c3ebfbfba548bb"/>
    <p:sldId xmlns:r="http://schemas.openxmlformats.org/officeDocument/2006/relationships" id="257" r:id="R08ef650287fc4121"/>
    <p:sldId xmlns:r="http://schemas.openxmlformats.org/officeDocument/2006/relationships" id="258" r:id="R38d3e63e8c504dfa"/>
    <p:sldId xmlns:r="http://schemas.openxmlformats.org/officeDocument/2006/relationships" id="259" r:id="R85f8cf109bbc4a32"/>
    <p:sldId xmlns:r="http://schemas.openxmlformats.org/officeDocument/2006/relationships" id="260" r:id="R17b573e91ced425f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28f01bdf6442a2" /><Relationship Type="http://schemas.openxmlformats.org/officeDocument/2006/relationships/slideMaster" Target="/ppt/slideMasters/slideMaster1.xml" Id="R54a3f533c1d44bb6" /><Relationship Type="http://schemas.openxmlformats.org/officeDocument/2006/relationships/notesMaster" Target="/ppt/notesMasters/notesMaster1.xml" Id="R5cc57c7002fa4960" /><Relationship Type="http://schemas.openxmlformats.org/officeDocument/2006/relationships/presProps" Target="/ppt/presProps.xml" Id="R5913fce716054017" /><Relationship Type="http://schemas.openxmlformats.org/officeDocument/2006/relationships/tableStyles" Target="/ppt/tableStyles.xml" Id="R34461af9602a4a2d" /><Relationship Type="http://schemas.openxmlformats.org/officeDocument/2006/relationships/slide" Target="/ppt/slides/slide1.xml" Id="R79c3ebfbfba548bb" /><Relationship Type="http://schemas.openxmlformats.org/officeDocument/2006/relationships/slide" Target="/ppt/slides/slide2.xml" Id="R08ef650287fc4121" /><Relationship Type="http://schemas.openxmlformats.org/officeDocument/2006/relationships/slide" Target="/ppt/slides/slide3.xml" Id="R38d3e63e8c504dfa" /><Relationship Type="http://schemas.openxmlformats.org/officeDocument/2006/relationships/slide" Target="/ppt/slides/slide4.xml" Id="R85f8cf109bbc4a32" /><Relationship Type="http://schemas.openxmlformats.org/officeDocument/2006/relationships/slide" Target="/ppt/slides/slide5.xml" Id="R17b573e91ced42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9aa71806f341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bffe538f2f4da8" /><Relationship Type="http://schemas.openxmlformats.org/officeDocument/2006/relationships/notesMaster" Target="/ppt/notesMasters/notesMaster1.xml" Id="Racc62ba32fb743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77fb24f759407e" /><Relationship Type="http://schemas.openxmlformats.org/officeDocument/2006/relationships/notesMaster" Target="/ppt/notesMasters/notesMaster1.xml" Id="R2f9bf84f7e844a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bd30dd8fa64ca9" /><Relationship Type="http://schemas.openxmlformats.org/officeDocument/2006/relationships/notesMaster" Target="/ppt/notesMasters/notesMaster1.xml" Id="R52bd1d6988df41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853350a10a4e13" /><Relationship Type="http://schemas.openxmlformats.org/officeDocument/2006/relationships/notesMaster" Target="/ppt/notesMasters/notesMaster1.xml" Id="R3c289541b22544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4a6003148f450d" /><Relationship Type="http://schemas.openxmlformats.org/officeDocument/2006/relationships/notesMaster" Target="/ppt/notesMasters/notesMaster1.xml" Id="Rf0a790d04cb244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Własna fikcyjna próbka Studio Nord. Szablon 1: projekt. Duży tytuł, szerokie zdjęcie i dwie niezależne linie podpisu. Wszystkie teksty i kształty są natywnymi elementami PPTX. Brak stocku, zdjęć, logo klienta i zewnętrznych faktów. Import do Canvy oraz edytowalność po imporcie nie zostały jeszcze potwierdzone.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Własna fikcyjna próbka Studio Nord. Szablon 2: kulisy. Wąski obszar z trzema edytowalnymi etapami oraz wysoki kadr zdjęcia. Wszystkie teksty i kształty są natywnymi elementami PPTX. Brak stocku, zdjęć, logo klienta i zewnętrznych faktów. Import do Canvy oraz edytowalność po imporcie nie zostały jeszcze potwierdzone.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Własna fikcyjna próbka Studio Nord. Szablon 3: wypowiedź autorska. Natywny tekst i okrągły obszar na zdjęcie. To fikcyjna myśl, bez przypisania do realnej osoby. Wszystkie teksty i kształty są natywnymi elementami PPTX. Brak stocku, zdjęć, logo klienta i zewnętrznych faktów. Import do Canvy oraz edytowalność po imporcie nie zostały jeszcze potwierdzone.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Własna fikcyjna próbka Studio Nord. Szablon 4: zdjęcie i krótka opowieść. Dominujący kadr nad blokiem tekstowym. Wszystkie teksty i kształty są natywnymi elementami PPTX. Brak stocku, zdjęć, logo klienta i zewnętrznych faktów. Import do Canvy oraz edytowalność po imporcie nie zostały jeszcze potwierdzone.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Własna fikcyjna próbka Studio Nord. Szablon 5: wskazówka. Kwadratowe zdjęcie obok odrębnego pola rady oraz wspólny podpis na dole. Wszystkie teksty i kształty są natywnymi elementami PPTX. Brak stocku, zdjęć, logo klienta i zewnętrznych faktów. Import do Canvy oraz edytowalność po imporcie nie zostały jeszcze potwierdzone.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a5cf1698344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d32a9d8e94a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6491da6a14b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0cd28bf664e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36e6ed46941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9169b4b5e42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50C4E5-F063-4747-95EA-00F057DB82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08E034-9CA9-4E8B-BAD5-C76CED6984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A068FD-9564-4576-A072-85E00E65D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8C398E-94FB-4A22-B539-8633EC68BB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BC7628-DBCA-4708-A31F-85118F5A5A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154B49-BE48-431E-98A5-E0E1A94FC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B7728A-218A-45A3-972F-BBC670FA88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C4E705-6E70-4CA5-928C-BCA4EDC450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A171F5-5965-4200-A856-8D430B0172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DF7C94-9938-4F2C-B8FF-DB1D809891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a3443546b14e54" /><Relationship Type="http://schemas.openxmlformats.org/officeDocument/2006/relationships/slideLayout" Target="/ppt/slideLayouts/slideLayout1.xml" Id="R6f4f3bc3d1b04ad4" /><Relationship Type="http://schemas.openxmlformats.org/officeDocument/2006/relationships/slideLayout" Target="/ppt/slideLayouts/slideLayout2.xml" Id="Ra38aec2c7c0047f2" /><Relationship Type="http://schemas.openxmlformats.org/officeDocument/2006/relationships/slideLayout" Target="/ppt/slideLayouts/slideLayout3.xml" Id="Rd0825971de044935" /><Relationship Type="http://schemas.openxmlformats.org/officeDocument/2006/relationships/slideLayout" Target="/ppt/slideLayouts/slideLayout4.xml" Id="R3c3696f676ba4590" /><Relationship Type="http://schemas.openxmlformats.org/officeDocument/2006/relationships/slideLayout" Target="/ppt/slideLayouts/slideLayout5.xml" Id="R1fb4dda3907549dc" /><Relationship Type="http://schemas.openxmlformats.org/officeDocument/2006/relationships/slideLayout" Target="/ppt/slideLayouts/slideLayout6.xml" Id="Re854424b96c642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f3bc3d1b04ad4"/>
    <p:sldLayoutId xmlns:r="http://schemas.openxmlformats.org/officeDocument/2006/relationships" id="2147483650" r:id="Ra38aec2c7c0047f2"/>
    <p:sldLayoutId xmlns:r="http://schemas.openxmlformats.org/officeDocument/2006/relationships" id="2147483651" r:id="Rd0825971de044935"/>
    <p:sldLayoutId xmlns:r="http://schemas.openxmlformats.org/officeDocument/2006/relationships" id="2147483652" r:id="R3c3696f676ba4590"/>
    <p:sldLayoutId xmlns:r="http://schemas.openxmlformats.org/officeDocument/2006/relationships" id="2147483653" r:id="R1fb4dda3907549dc"/>
    <p:sldLayoutId xmlns:r="http://schemas.openxmlformats.org/officeDocument/2006/relationships" id="2147483654" r:id="Re854424b96c642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225e8ffb8a4d71" /><Relationship Type="http://schemas.openxmlformats.org/officeDocument/2006/relationships/notesSlide" Target="/ppt/notesSlides/notesSlide1.xml" Id="Rd7ecd1a0a0ee4b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a807048534590" /><Relationship Type="http://schemas.openxmlformats.org/officeDocument/2006/relationships/notesSlide" Target="/ppt/notesSlides/notesSlide2.xml" Id="R18fb19f69d254f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f243f465d4fe7" /><Relationship Type="http://schemas.openxmlformats.org/officeDocument/2006/relationships/notesSlide" Target="/ppt/notesSlides/notesSlide3.xml" Id="R4e9c83541bd248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0755ae8a441eb" /><Relationship Type="http://schemas.openxmlformats.org/officeDocument/2006/relationships/notesSlide" Target="/ppt/notesSlides/notesSlide4.xml" Id="Raea2003c5abe4c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65fb164b14bac" /><Relationship Type="http://schemas.openxmlformats.org/officeDocument/2006/relationships/notesSlide" Target="/ppt/notesSlides/notesSlide5.xml" Id="R9375a41b458f4d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">
            <a:extLst xmlns:a="http://schemas.openxmlformats.org/drawingml/2006/main">
              <a:ext uri="{FF2B5EF4-FFF2-40B4-BE49-F238E27FC236}">
                <a16:creationId xmlns:a16="http://schemas.microsoft.com/office/drawing/2014/main" id="{748F17AA-D718-4B16-9920-5DB080D2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5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5F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5F62"/>
                </a:solidFill>
                <a:latin typeface="Arial"/>
                <a:ea typeface="Arial"/>
                <a:cs typeface="Arial"/>
              </a:rPr>
              <a:t>STUDIO NORD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7F482E52-CC28-43C2-98F6-004C6D59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810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600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172D30"/>
                </a:solidFill>
                <a:latin typeface="Arial"/>
                <a:ea typeface="Arial"/>
                <a:cs typeface="Arial"/>
              </a:rPr>
              <a:t>Nowy projekt,</a:t>
            </a:r>
          </a:p>
          <a:p xmlns:a="http://schemas.openxmlformats.org/drawingml/2006/main">
            <a:pPr algn="l">
              <a:defRPr sz="6600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172D30"/>
                </a:solidFill>
                <a:latin typeface="Arial"/>
                <a:ea typeface="Arial"/>
                <a:cs typeface="Arial"/>
              </a:rPr>
              <a:t>jasny cel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2D73209-84E2-426E-8024-9C81E05D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833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Krótki opis projektu i jego najważniejszy rezultat</a:t>
            </a:r>
          </a:p>
        </p:txBody>
      </p:sp>
      <p:sp>
        <p:nvSpPr>
          <p:cNvPr id="4" name="photo-horizontal">
            <a:extLst xmlns:a="http://schemas.openxmlformats.org/drawingml/2006/main">
              <a:ext uri="{FF2B5EF4-FFF2-40B4-BE49-F238E27FC236}">
                <a16:creationId xmlns:a16="http://schemas.microsoft.com/office/drawing/2014/main" id="{3BE27EF1-DCB6-4A75-BF68-24DAA75B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8915400" cy="557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D1"/>
          </a:solidFill>
          <a:ln xmlns:a="http://schemas.openxmlformats.org/drawingml/2006/main" w="19050">
            <a:solidFill>
              <a:srgbClr val="255F62"/>
            </a:solidFill>
            <a:prstDash val="solid"/>
          </a:ln>
        </p:spPr>
      </p:sp>
      <p:sp>
        <p:nvSpPr>
          <p:cNvPr id="5" name="photo-horizontal-label">
            <a:extLst xmlns:a="http://schemas.openxmlformats.org/drawingml/2006/main">
              <a:ext uri="{FF2B5EF4-FFF2-40B4-BE49-F238E27FC236}">
                <a16:creationId xmlns:a16="http://schemas.microsoft.com/office/drawing/2014/main" id="{9D1A705B-BF8A-4892-985D-8B4FA85E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86613"/>
            <a:ext cx="845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MIEJSCE NA TWOJE ZDJĘCIE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D0BF113B-78FD-4694-9DBB-A333E6AF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013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55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5F6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5F62"/>
                </a:solidFill>
                <a:latin typeface="Arial"/>
                <a:ea typeface="Arial"/>
                <a:cs typeface="Arial"/>
              </a:rPr>
              <a:t>TU WPISZ NAZWĘ PROJEKTU</a:t>
            </a:r>
          </a:p>
        </p:txBody>
      </p:sp>
      <p:sp>
        <p:nvSpPr>
          <p:cNvPr id="7" name="secondary">
            <a:extLst xmlns:a="http://schemas.openxmlformats.org/drawingml/2006/main">
              <a:ext uri="{FF2B5EF4-FFF2-40B4-BE49-F238E27FC236}">
                <a16:creationId xmlns:a16="http://schemas.microsoft.com/office/drawing/2014/main" id="{6343A653-D0A0-4014-B648-9F2E0D3E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87125"/>
            <a:ext cx="891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Jedno zdanie, które nada zdjęciu kontekst</a:t>
            </a:r>
          </a:p>
        </p:txBody>
      </p:sp>
      <p:sp>
        <p:nvSpPr>
          <p:cNvPr id="8" name="demo-footer">
            <a:extLst xmlns:a="http://schemas.openxmlformats.org/drawingml/2006/main">
              <a:ext uri="{FF2B5EF4-FFF2-40B4-BE49-F238E27FC236}">
                <a16:creationId xmlns:a16="http://schemas.microsoft.com/office/drawing/2014/main" id="{F9FF9B73-9AB7-4948-839F-D7CED0DA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25325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STUDIO NORD   /   DEMO AUTORSKIE   /   01</a:t>
            </a:r>
          </a:p>
        </p:txBody>
      </p:sp>
    </p:spTree>
    <p:extLst>
      <p:ext uri="{BB962C8B-B14F-4D97-AF65-F5344CB8AC3E}">
        <p14:creationId xmlns:p14="http://schemas.microsoft.com/office/powerpoint/2010/main" val="470169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2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">
            <a:extLst xmlns:a="http://schemas.openxmlformats.org/drawingml/2006/main">
              <a:ext uri="{FF2B5EF4-FFF2-40B4-BE49-F238E27FC236}">
                <a16:creationId xmlns:a16="http://schemas.microsoft.com/office/drawing/2014/main" id="{C064FC87-1616-458A-A553-9368A23C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95C9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95C9E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5C9E1"/>
                </a:solidFill>
                <a:latin typeface="Arial"/>
                <a:ea typeface="Arial"/>
                <a:cs typeface="Arial"/>
              </a:rPr>
              <a:t>STUDIO NORD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0E19FD2-A80A-491F-96BF-E5CBEA51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8868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Tak wygląda</a:t>
            </a:r>
          </a:p>
          <a:p xmlns:a="http://schemas.openxmlformats.org/drawingml/2006/main">
            <a:pPr algn="l"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moja praca</a:t>
            </a:r>
          </a:p>
        </p:txBody>
      </p:sp>
      <p:sp>
        <p:nvSpPr>
          <p:cNvPr id="3" name="photo-portrait">
            <a:extLst xmlns:a="http://schemas.openxmlformats.org/drawingml/2006/main">
              <a:ext uri="{FF2B5EF4-FFF2-40B4-BE49-F238E27FC236}">
                <a16:creationId xmlns:a16="http://schemas.microsoft.com/office/drawing/2014/main" id="{338E1AB1-1777-45CC-B176-B1F24BDD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10050"/>
            <a:ext cx="6096000" cy="665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DE2"/>
          </a:solidFill>
          <a:ln xmlns:a="http://schemas.openxmlformats.org/drawingml/2006/main" w="19050">
            <a:solidFill>
              <a:srgbClr val="D1DDE2"/>
            </a:solidFill>
            <a:prstDash val="solid"/>
          </a:ln>
        </p:spPr>
      </p:sp>
      <p:sp>
        <p:nvSpPr>
          <p:cNvPr id="4" name="photo-portrait-label">
            <a:extLst xmlns:a="http://schemas.openxmlformats.org/drawingml/2006/main">
              <a:ext uri="{FF2B5EF4-FFF2-40B4-BE49-F238E27FC236}">
                <a16:creationId xmlns:a16="http://schemas.microsoft.com/office/drawing/2014/main" id="{662EF225-81BF-4783-90FD-51B8165F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367588"/>
            <a:ext cx="563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MIEJSCE NA TWOJE ZDJĘCIE</a:t>
            </a:r>
          </a:p>
        </p:txBody>
      </p:sp>
      <p:sp>
        <p:nvSpPr>
          <p:cNvPr id="5" name="process-1-number">
            <a:extLst xmlns:a="http://schemas.openxmlformats.org/drawingml/2006/main">
              <a:ext uri="{FF2B5EF4-FFF2-40B4-BE49-F238E27FC236}">
                <a16:creationId xmlns:a16="http://schemas.microsoft.com/office/drawing/2014/main" id="{30FE7DB8-E8DF-4B0A-873A-35F13E00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95C9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95C9E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95C9E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rocess-1">
            <a:extLst xmlns:a="http://schemas.openxmlformats.org/drawingml/2006/main">
              <a:ext uri="{FF2B5EF4-FFF2-40B4-BE49-F238E27FC236}">
                <a16:creationId xmlns:a16="http://schemas.microsoft.com/office/drawing/2014/main" id="{9ECD74C6-5482-4484-8318-B8D5877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230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Pomysł</a:t>
            </a:r>
          </a:p>
        </p:txBody>
      </p:sp>
      <p:sp>
        <p:nvSpPr>
          <p:cNvPr id="7" name="process-2-number">
            <a:extLst xmlns:a="http://schemas.openxmlformats.org/drawingml/2006/main">
              <a:ext uri="{FF2B5EF4-FFF2-40B4-BE49-F238E27FC236}">
                <a16:creationId xmlns:a16="http://schemas.microsoft.com/office/drawing/2014/main" id="{EB667449-CE57-494B-AC2A-1DE35AF1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95C9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95C9E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95C9E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process-2">
            <a:extLst xmlns:a="http://schemas.openxmlformats.org/drawingml/2006/main">
              <a:ext uri="{FF2B5EF4-FFF2-40B4-BE49-F238E27FC236}">
                <a16:creationId xmlns:a16="http://schemas.microsoft.com/office/drawing/2014/main" id="{0AEF5C68-C775-4E21-A7D8-313EC69B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91375"/>
            <a:ext cx="230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Próba</a:t>
            </a:r>
          </a:p>
        </p:txBody>
      </p:sp>
      <p:sp>
        <p:nvSpPr>
          <p:cNvPr id="9" name="process-3-number">
            <a:extLst xmlns:a="http://schemas.openxmlformats.org/drawingml/2006/main">
              <a:ext uri="{FF2B5EF4-FFF2-40B4-BE49-F238E27FC236}">
                <a16:creationId xmlns:a16="http://schemas.microsoft.com/office/drawing/2014/main" id="{3E4C2902-AAC0-4E5C-B5A6-B1A14063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963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95C9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95C9E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95C9E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process-3">
            <a:extLst xmlns:a="http://schemas.openxmlformats.org/drawingml/2006/main">
              <a:ext uri="{FF2B5EF4-FFF2-40B4-BE49-F238E27FC236}">
                <a16:creationId xmlns:a16="http://schemas.microsoft.com/office/drawing/2014/main" id="{9200D4B1-745B-40D1-8DBB-EB43A812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29725"/>
            <a:ext cx="2305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Efekt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F98A1FA4-5105-4E62-BF57-CA847C1D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0"/>
            <a:ext cx="891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Dopisz, co wydarzyło się w tym projekcie</a:t>
            </a:r>
          </a:p>
        </p:txBody>
      </p:sp>
      <p:sp>
        <p:nvSpPr>
          <p:cNvPr id="12" name="demo-footer">
            <a:extLst xmlns:a="http://schemas.openxmlformats.org/drawingml/2006/main">
              <a:ext uri="{FF2B5EF4-FFF2-40B4-BE49-F238E27FC236}">
                <a16:creationId xmlns:a16="http://schemas.microsoft.com/office/drawing/2014/main" id="{19C6CE6C-1370-433E-A956-39F8F3E1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25325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95C9E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95C9E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5C9E1"/>
                </a:solidFill>
                <a:latin typeface="Arial"/>
                <a:ea typeface="Arial"/>
                <a:cs typeface="Arial"/>
              </a:rPr>
              <a:t>STUDIO NORD   /   DEMO AUTORSKIE   /   02</a:t>
            </a:r>
          </a:p>
        </p:txBody>
      </p:sp>
    </p:spTree>
    <p:extLst>
      <p:ext uri="{BB962C8B-B14F-4D97-AF65-F5344CB8AC3E}">
        <p14:creationId xmlns:p14="http://schemas.microsoft.com/office/powerpoint/2010/main" val="10092349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E5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7A2F6881-0028-47E8-903C-CF65C47C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891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5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5F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5F62"/>
                </a:solidFill>
                <a:latin typeface="Arial"/>
                <a:ea typeface="Arial"/>
                <a:cs typeface="Arial"/>
              </a:rPr>
              <a:t>STUDIO NORD</a:t>
            </a:r>
          </a:p>
        </p:txBody>
      </p:sp>
      <p:sp>
        <p:nvSpPr>
          <p:cNvPr id="2" name="quote">
            <a:extLst xmlns:a="http://schemas.openxmlformats.org/drawingml/2006/main">
              <a:ext uri="{FF2B5EF4-FFF2-40B4-BE49-F238E27FC236}">
                <a16:creationId xmlns:a16="http://schemas.microsoft.com/office/drawing/2014/main" id="{7AAC6820-0181-4E78-B45A-A2D24285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858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2D30"/>
                </a:solidFill>
                <a:latin typeface="Arial"/>
                <a:ea typeface="Arial"/>
                <a:cs typeface="Arial"/>
              </a:rPr>
              <a:t>Najwięcej daje</a:t>
            </a:r>
          </a:p>
          <a:p xmlns:a="http://schemas.openxmlformats.org/drawingml/2006/main">
            <a:pPr algn="l">
              <a:defRPr sz="5400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2D30"/>
                </a:solidFill>
                <a:latin typeface="Arial"/>
                <a:ea typeface="Arial"/>
                <a:cs typeface="Arial"/>
              </a:rPr>
              <a:t>jedno dobrze</a:t>
            </a:r>
          </a:p>
          <a:p xmlns:a="http://schemas.openxmlformats.org/drawingml/2006/main">
            <a:pPr algn="l">
              <a:defRPr sz="5400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2D30"/>
                </a:solidFill>
                <a:latin typeface="Arial"/>
                <a:ea typeface="Arial"/>
                <a:cs typeface="Arial"/>
              </a:rPr>
              <a:t>postawione pytanie</a:t>
            </a:r>
          </a:p>
        </p:txBody>
      </p:sp>
      <p:sp>
        <p:nvSpPr>
          <p:cNvPr id="3" name="photo-circle">
            <a:extLst xmlns:a="http://schemas.openxmlformats.org/drawingml/2006/main">
              <a:ext uri="{FF2B5EF4-FFF2-40B4-BE49-F238E27FC236}">
                <a16:creationId xmlns:a16="http://schemas.microsoft.com/office/drawing/2014/main" id="{BC12F292-EB09-4432-934E-82EF1653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05475"/>
            <a:ext cx="5448300" cy="544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D7C9"/>
          </a:solidFill>
          <a:ln xmlns:a="http://schemas.openxmlformats.org/drawingml/2006/main" w="19050">
            <a:solidFill>
              <a:srgbClr val="255F62"/>
            </a:solidFill>
            <a:prstDash val="solid"/>
          </a:ln>
        </p:spPr>
      </p:sp>
      <p:sp>
        <p:nvSpPr>
          <p:cNvPr id="4" name="photo-circle-label">
            <a:extLst xmlns:a="http://schemas.openxmlformats.org/drawingml/2006/main">
              <a:ext uri="{FF2B5EF4-FFF2-40B4-BE49-F238E27FC236}">
                <a16:creationId xmlns:a16="http://schemas.microsoft.com/office/drawing/2014/main" id="{A646FE4C-834A-45E7-9D4D-6B540483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8258175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MIEJSCE NA TWOJE ZDJĘCIE</a:t>
            </a:r>
          </a:p>
        </p:txBody>
      </p:sp>
      <p:sp>
        <p:nvSpPr>
          <p:cNvPr id="5" name="quote-attribution">
            <a:extLst xmlns:a="http://schemas.openxmlformats.org/drawingml/2006/main">
              <a:ext uri="{FF2B5EF4-FFF2-40B4-BE49-F238E27FC236}">
                <a16:creationId xmlns:a16="http://schemas.microsoft.com/office/drawing/2014/main" id="{B5600D87-65E3-4789-B77E-13D626C0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82375"/>
            <a:ext cx="891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Własna myśl warsztatowa. Zastąp swoim zdaniem.</a:t>
            </a:r>
          </a:p>
        </p:txBody>
      </p:sp>
      <p:sp>
        <p:nvSpPr>
          <p:cNvPr id="6" name="demo-footer">
            <a:extLst xmlns:a="http://schemas.openxmlformats.org/drawingml/2006/main">
              <a:ext uri="{FF2B5EF4-FFF2-40B4-BE49-F238E27FC236}">
                <a16:creationId xmlns:a16="http://schemas.microsoft.com/office/drawing/2014/main" id="{BEAA51F3-1317-41EB-BB90-D2C0BA74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25325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STUDIO NORD   /   DEMO AUTORSKIE   /   03</a:t>
            </a:r>
          </a:p>
        </p:txBody>
      </p:sp>
    </p:spTree>
    <p:extLst>
      <p:ext uri="{BB962C8B-B14F-4D97-AF65-F5344CB8AC3E}">
        <p14:creationId xmlns:p14="http://schemas.microsoft.com/office/powerpoint/2010/main" val="568418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B55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oto-large">
            <a:extLst xmlns:a="http://schemas.openxmlformats.org/drawingml/2006/main">
              <a:ext uri="{FF2B5EF4-FFF2-40B4-BE49-F238E27FC236}">
                <a16:creationId xmlns:a16="http://schemas.microsoft.com/office/drawing/2014/main" id="{28569918-6BAB-4BC6-8B66-382899F3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695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9"/>
          </a:solidFill>
          <a:ln xmlns:a="http://schemas.openxmlformats.org/drawingml/2006/main" w="19050">
            <a:solidFill>
              <a:srgbClr val="DED3C9"/>
            </a:solidFill>
            <a:prstDash val="solid"/>
          </a:ln>
        </p:spPr>
      </p:sp>
      <p:sp>
        <p:nvSpPr>
          <p:cNvPr id="2" name="photo-large-label">
            <a:extLst xmlns:a="http://schemas.openxmlformats.org/drawingml/2006/main">
              <a:ext uri="{FF2B5EF4-FFF2-40B4-BE49-F238E27FC236}">
                <a16:creationId xmlns:a16="http://schemas.microsoft.com/office/drawing/2014/main" id="{FB1EADAD-B7C6-4860-9C81-42773CE6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05175"/>
            <a:ext cx="982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MIEJSCE NA TWOJE ZDJĘCIE</a:t>
            </a:r>
          </a:p>
        </p:txBody>
      </p:sp>
      <p:sp>
        <p:nvSpPr>
          <p:cNvPr id="3" name="caption-kicker">
            <a:extLst xmlns:a="http://schemas.openxmlformats.org/drawingml/2006/main">
              <a:ext uri="{FF2B5EF4-FFF2-40B4-BE49-F238E27FC236}">
                <a16:creationId xmlns:a16="http://schemas.microsoft.com/office/drawing/2014/main" id="{A71069E2-9B3F-443F-AC17-2B67BE6B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723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ZAPISANE W KADRZE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4A34563A-B720-4C27-AE8B-6DD631B9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67700"/>
            <a:ext cx="89154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Jedna chwila</a:t>
            </a:r>
          </a:p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 mojego dnia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8F78136-F2EA-4BF0-84F4-8AEE4200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91825"/>
            <a:ext cx="891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Opowiedz, dlaczego ten moment jest ważny</a:t>
            </a:r>
          </a:p>
        </p:txBody>
      </p:sp>
      <p:sp>
        <p:nvSpPr>
          <p:cNvPr id="6" name="demo-footer">
            <a:extLst xmlns:a="http://schemas.openxmlformats.org/drawingml/2006/main">
              <a:ext uri="{FF2B5EF4-FFF2-40B4-BE49-F238E27FC236}">
                <a16:creationId xmlns:a16="http://schemas.microsoft.com/office/drawing/2014/main" id="{3EDD1851-0CD8-4080-A173-CA1BD9DE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25325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4DDD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4DD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DDD6"/>
                </a:solidFill>
                <a:latin typeface="Arial"/>
                <a:ea typeface="Arial"/>
                <a:cs typeface="Arial"/>
              </a:rPr>
              <a:t>STUDIO NORD   /   DEMO AUTORSKIE   /   04</a:t>
            </a:r>
          </a:p>
        </p:txBody>
      </p:sp>
    </p:spTree>
    <p:extLst>
      <p:ext uri="{BB962C8B-B14F-4D97-AF65-F5344CB8AC3E}">
        <p14:creationId xmlns:p14="http://schemas.microsoft.com/office/powerpoint/2010/main" val="1059663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">
            <a:extLst xmlns:a="http://schemas.openxmlformats.org/drawingml/2006/main">
              <a:ext uri="{FF2B5EF4-FFF2-40B4-BE49-F238E27FC236}">
                <a16:creationId xmlns:a16="http://schemas.microsoft.com/office/drawing/2014/main" id="{4AB7A5D5-F625-4522-BDFF-2B8E77A9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5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5F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5F62"/>
                </a:solidFill>
                <a:latin typeface="Arial"/>
                <a:ea typeface="Arial"/>
                <a:cs typeface="Arial"/>
              </a:rPr>
              <a:t>STUDIO NORD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433EE01-1128-465D-A36B-072C7D9E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891540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625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625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172D30"/>
                </a:solidFill>
                <a:latin typeface="Arial"/>
                <a:ea typeface="Arial"/>
                <a:cs typeface="Arial"/>
              </a:rPr>
              <a:t>Jedna wskazówka</a:t>
            </a:r>
          </a:p>
          <a:p xmlns:a="http://schemas.openxmlformats.org/drawingml/2006/main">
            <a:pPr algn="l">
              <a:defRPr sz="5625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172D30"/>
                </a:solidFill>
                <a:latin typeface="Arial"/>
                <a:ea typeface="Arial"/>
                <a:cs typeface="Arial"/>
              </a:rPr>
              <a:t>do wykorzystania</a:t>
            </a:r>
          </a:p>
        </p:txBody>
      </p:sp>
      <p:sp>
        <p:nvSpPr>
          <p:cNvPr id="3" name="photo-square">
            <a:extLst xmlns:a="http://schemas.openxmlformats.org/drawingml/2006/main">
              <a:ext uri="{FF2B5EF4-FFF2-40B4-BE49-F238E27FC236}">
                <a16:creationId xmlns:a16="http://schemas.microsoft.com/office/drawing/2014/main" id="{91B56743-861E-492F-84B5-A49E42C6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54292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2"/>
          </a:solidFill>
          <a:ln xmlns:a="http://schemas.openxmlformats.org/drawingml/2006/main" w="19050">
            <a:solidFill>
              <a:srgbClr val="255F62"/>
            </a:solidFill>
            <a:prstDash val="solid"/>
          </a:ln>
        </p:spPr>
      </p:sp>
      <p:sp>
        <p:nvSpPr>
          <p:cNvPr id="4" name="photo-square-label">
            <a:extLst xmlns:a="http://schemas.openxmlformats.org/drawingml/2006/main">
              <a:ext uri="{FF2B5EF4-FFF2-40B4-BE49-F238E27FC236}">
                <a16:creationId xmlns:a16="http://schemas.microsoft.com/office/drawing/2014/main" id="{D6A176CD-7FC6-470A-8EAD-1A0F60AF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056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MIEJSCE NA TWOJE ZDJĘCIE</a:t>
            </a:r>
          </a:p>
        </p:txBody>
      </p:sp>
      <p:sp>
        <p:nvSpPr>
          <p:cNvPr id="5" name="tip-label">
            <a:extLst xmlns:a="http://schemas.openxmlformats.org/drawingml/2006/main">
              <a:ext uri="{FF2B5EF4-FFF2-40B4-BE49-F238E27FC236}">
                <a16:creationId xmlns:a16="http://schemas.microsoft.com/office/drawing/2014/main" id="{9A53FFDA-6B33-490A-889A-CCB60A77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55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5F6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5F62"/>
                </a:solidFill>
                <a:latin typeface="Arial"/>
                <a:ea typeface="Arial"/>
                <a:cs typeface="Arial"/>
              </a:rPr>
              <a:t>WSKAZÓWKA</a:t>
            </a:r>
          </a:p>
        </p:txBody>
      </p:sp>
      <p:sp>
        <p:nvSpPr>
          <p:cNvPr id="6" name="tip-body">
            <a:extLst xmlns:a="http://schemas.openxmlformats.org/drawingml/2006/main">
              <a:ext uri="{FF2B5EF4-FFF2-40B4-BE49-F238E27FC236}">
                <a16:creationId xmlns:a16="http://schemas.microsoft.com/office/drawing/2014/main" id="{72E87B6D-889B-4610-83A8-260ED4BB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29337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30"/>
                </a:solidFill>
                <a:latin typeface="Arial"/>
                <a:ea typeface="Arial"/>
                <a:cs typeface="Arial"/>
              </a:rPr>
              <a:t>Tu wpisz</a:t>
            </a:r>
          </a:p>
          <a:p xmlns:a="http://schemas.openxmlformats.org/drawingml/2006/main">
            <a:pPr algn="l">
              <a:defRPr sz="3225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30"/>
                </a:solidFill>
                <a:latin typeface="Arial"/>
                <a:ea typeface="Arial"/>
                <a:cs typeface="Arial"/>
              </a:rPr>
              <a:t>konkretną</a:t>
            </a:r>
          </a:p>
          <a:p xmlns:a="http://schemas.openxmlformats.org/drawingml/2006/main">
            <a:pPr algn="l">
              <a:defRPr sz="3225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30"/>
                </a:solidFill>
                <a:latin typeface="Arial"/>
                <a:ea typeface="Arial"/>
                <a:cs typeface="Arial"/>
              </a:rPr>
              <a:t>radę z własnej</a:t>
            </a:r>
          </a:p>
          <a:p xmlns:a="http://schemas.openxmlformats.org/drawingml/2006/main">
            <a:pPr algn="l">
              <a:defRPr sz="3225" b="1">
                <a:solidFill>
                  <a:srgbClr val="172D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30"/>
                </a:solidFill>
                <a:latin typeface="Arial"/>
                <a:ea typeface="Arial"/>
                <a:cs typeface="Arial"/>
              </a:rPr>
              <a:t>praktyki.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69C0FB9-37BD-4DCE-A55C-17490FBD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632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5F62"/>
            </a:solidFill>
            <a:prstDash val="solid"/>
          </a:ln>
        </p:spPr>
      </p:sp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4D54EA4F-0349-4A45-8F87-AABC7596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15625"/>
            <a:ext cx="8915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Krótki przykład zastosowania wskazówki</a:t>
            </a:r>
          </a:p>
        </p:txBody>
      </p:sp>
      <p:sp>
        <p:nvSpPr>
          <p:cNvPr id="9" name="demo-footer">
            <a:extLst xmlns:a="http://schemas.openxmlformats.org/drawingml/2006/main">
              <a:ext uri="{FF2B5EF4-FFF2-40B4-BE49-F238E27FC236}">
                <a16:creationId xmlns:a16="http://schemas.microsoft.com/office/drawing/2014/main" id="{E28FF4C1-C443-4BB6-B306-C019573D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25325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467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676B"/>
                </a:solidFill>
                <a:latin typeface="Arial"/>
                <a:ea typeface="Arial"/>
                <a:cs typeface="Arial"/>
              </a:rPr>
              <a:t>STUDIO NORD   /   DEMO AUTORSKIE   /   05</a:t>
            </a:r>
          </a:p>
        </p:txBody>
      </p:sp>
    </p:spTree>
    <p:extLst>
      <p:ext uri="{BB962C8B-B14F-4D97-AF65-F5344CB8AC3E}">
        <p14:creationId xmlns:p14="http://schemas.microsoft.com/office/powerpoint/2010/main" val="389420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2026-10-12T20:51:38.3950000Z</dcterms:created>
  <dcterms:modified xsi:type="dcterms:W3CDTF">2026-10-12T20:51:38.3950000Z</dcterms:modified>
</coreProperties>
</file>